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04E79A-AD8C-4ADF-A2F0-351279A87863}">
  <a:tblStyle styleId="{9E04E79A-AD8C-4ADF-A2F0-351279A8786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150000"/>
              </a:lnSpc>
              <a:spcBef>
                <a:spcPts val="0"/>
              </a:spcBef>
              <a:spcAft>
                <a:spcPts val="0"/>
              </a:spcAft>
              <a:buClr>
                <a:schemeClr val="dk1"/>
              </a:buClr>
              <a:buSzPts val="4000"/>
              <a:buFont typeface="Arial"/>
              <a:buNone/>
              <a:defRPr b="1" sz="4000" cap="none">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1524000" y="3854938"/>
            <a:ext cx="9144000" cy="516095"/>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800"/>
              <a:buNone/>
              <a:defRPr b="1" sz="28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200" u="none" cap="none" strike="noStrike">
                <a:solidFill>
                  <a:srgbClr val="888888"/>
                </a:solidFill>
                <a:latin typeface="Arial"/>
                <a:ea typeface="Arial"/>
                <a:cs typeface="Arial"/>
                <a:sym typeface="Arial"/>
              </a:defRPr>
            </a:lvl1pPr>
            <a:lvl2pPr indent="0" lvl="1" marL="0" algn="r">
              <a:spcBef>
                <a:spcPts val="0"/>
              </a:spcBef>
              <a:buNone/>
              <a:defRPr b="1" i="0" sz="1200" u="none" cap="none" strike="noStrike">
                <a:solidFill>
                  <a:srgbClr val="888888"/>
                </a:solidFill>
                <a:latin typeface="Arial"/>
                <a:ea typeface="Arial"/>
                <a:cs typeface="Arial"/>
                <a:sym typeface="Arial"/>
              </a:defRPr>
            </a:lvl2pPr>
            <a:lvl3pPr indent="0" lvl="2" marL="0" algn="r">
              <a:spcBef>
                <a:spcPts val="0"/>
              </a:spcBef>
              <a:buNone/>
              <a:defRPr b="1" i="0" sz="1200" u="none" cap="none" strike="noStrike">
                <a:solidFill>
                  <a:srgbClr val="888888"/>
                </a:solidFill>
                <a:latin typeface="Arial"/>
                <a:ea typeface="Arial"/>
                <a:cs typeface="Arial"/>
                <a:sym typeface="Arial"/>
              </a:defRPr>
            </a:lvl3pPr>
            <a:lvl4pPr indent="0" lvl="3" marL="0" algn="r">
              <a:spcBef>
                <a:spcPts val="0"/>
              </a:spcBef>
              <a:buNone/>
              <a:defRPr b="1" i="0" sz="1200" u="none" cap="none" strike="noStrike">
                <a:solidFill>
                  <a:srgbClr val="888888"/>
                </a:solidFill>
                <a:latin typeface="Arial"/>
                <a:ea typeface="Arial"/>
                <a:cs typeface="Arial"/>
                <a:sym typeface="Arial"/>
              </a:defRPr>
            </a:lvl4pPr>
            <a:lvl5pPr indent="0" lvl="4" marL="0" algn="r">
              <a:spcBef>
                <a:spcPts val="0"/>
              </a:spcBef>
              <a:buNone/>
              <a:defRPr b="1" i="0" sz="1200" u="none" cap="none" strike="noStrike">
                <a:solidFill>
                  <a:srgbClr val="888888"/>
                </a:solidFill>
                <a:latin typeface="Arial"/>
                <a:ea typeface="Arial"/>
                <a:cs typeface="Arial"/>
                <a:sym typeface="Arial"/>
              </a:defRPr>
            </a:lvl5pPr>
            <a:lvl6pPr indent="0" lvl="5" marL="0" algn="r">
              <a:spcBef>
                <a:spcPts val="0"/>
              </a:spcBef>
              <a:buNone/>
              <a:defRPr b="1" i="0" sz="1200" u="none" cap="none" strike="noStrike">
                <a:solidFill>
                  <a:srgbClr val="888888"/>
                </a:solidFill>
                <a:latin typeface="Arial"/>
                <a:ea typeface="Arial"/>
                <a:cs typeface="Arial"/>
                <a:sym typeface="Arial"/>
              </a:defRPr>
            </a:lvl6pPr>
            <a:lvl7pPr indent="0" lvl="6" marL="0" algn="r">
              <a:spcBef>
                <a:spcPts val="0"/>
              </a:spcBef>
              <a:buNone/>
              <a:defRPr b="1" i="0" sz="1200" u="none" cap="none" strike="noStrike">
                <a:solidFill>
                  <a:srgbClr val="888888"/>
                </a:solidFill>
                <a:latin typeface="Arial"/>
                <a:ea typeface="Arial"/>
                <a:cs typeface="Arial"/>
                <a:sym typeface="Arial"/>
              </a:defRPr>
            </a:lvl7pPr>
            <a:lvl8pPr indent="0" lvl="7" marL="0" algn="r">
              <a:spcBef>
                <a:spcPts val="0"/>
              </a:spcBef>
              <a:buNone/>
              <a:defRPr b="1" i="0" sz="1200" u="none" cap="none" strike="noStrike">
                <a:solidFill>
                  <a:srgbClr val="888888"/>
                </a:solidFill>
                <a:latin typeface="Arial"/>
                <a:ea typeface="Arial"/>
                <a:cs typeface="Arial"/>
                <a:sym typeface="Arial"/>
              </a:defRPr>
            </a:lvl8pPr>
            <a:lvl9pPr indent="0" lvl="8" marL="0" algn="r">
              <a:spcBef>
                <a:spcPts val="0"/>
              </a:spcBef>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20" name="Google Shape;20;p2"/>
          <p:cNvPicPr preferRelativeResize="0"/>
          <p:nvPr/>
        </p:nvPicPr>
        <p:blipFill rotWithShape="1">
          <a:blip r:embed="rId2">
            <a:alphaModFix amt="50000"/>
          </a:blip>
          <a:srcRect b="0" l="0" r="0" t="0"/>
          <a:stretch/>
        </p:blipFill>
        <p:spPr>
          <a:xfrm>
            <a:off x="10269940" y="4481757"/>
            <a:ext cx="1695206" cy="1695206"/>
          </a:xfrm>
          <a:prstGeom prst="rect">
            <a:avLst/>
          </a:prstGeom>
          <a:noFill/>
          <a:ln>
            <a:noFill/>
          </a:ln>
        </p:spPr>
      </p:pic>
      <p:pic>
        <p:nvPicPr>
          <p:cNvPr id="21" name="Google Shape;21;p2"/>
          <p:cNvPicPr preferRelativeResize="0"/>
          <p:nvPr/>
        </p:nvPicPr>
        <p:blipFill rotWithShape="1">
          <a:blip r:embed="rId3">
            <a:alphaModFix/>
          </a:blip>
          <a:srcRect b="0" l="0" r="0" t="0"/>
          <a:stretch/>
        </p:blipFill>
        <p:spPr>
          <a:xfrm>
            <a:off x="9860658" y="115504"/>
            <a:ext cx="2219284" cy="7787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3"/>
          <p:cNvSpPr txBox="1"/>
          <p:nvPr>
            <p:ph type="title"/>
          </p:nvPr>
        </p:nvSpPr>
        <p:spPr>
          <a:xfrm>
            <a:off x="1808703" y="681038"/>
            <a:ext cx="9575240" cy="89672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b="1" sz="2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1808702" y="1825625"/>
            <a:ext cx="9575241" cy="4042612"/>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atin typeface="Arial"/>
                <a:ea typeface="Arial"/>
                <a:cs typeface="Arial"/>
                <a:sym typeface="Arial"/>
              </a:defRPr>
            </a:lvl1pPr>
            <a:lvl2pPr indent="-355600" lvl="1" marL="914400" algn="l">
              <a:lnSpc>
                <a:spcPct val="90000"/>
              </a:lnSpc>
              <a:spcBef>
                <a:spcPts val="500"/>
              </a:spcBef>
              <a:spcAft>
                <a:spcPts val="0"/>
              </a:spcAft>
              <a:buClr>
                <a:schemeClr val="dk1"/>
              </a:buClr>
              <a:buSzPts val="2000"/>
              <a:buChar char="•"/>
              <a:defRPr sz="2000">
                <a:latin typeface="Arial"/>
                <a:ea typeface="Arial"/>
                <a:cs typeface="Arial"/>
                <a:sym typeface="Arial"/>
              </a:defRPr>
            </a:lvl2pPr>
            <a:lvl3pPr indent="-330200" lvl="2" marL="1371600" algn="l">
              <a:lnSpc>
                <a:spcPct val="90000"/>
              </a:lnSpc>
              <a:spcBef>
                <a:spcPts val="500"/>
              </a:spcBef>
              <a:spcAft>
                <a:spcPts val="0"/>
              </a:spcAft>
              <a:buClr>
                <a:schemeClr val="dk1"/>
              </a:buClr>
              <a:buSzPts val="1600"/>
              <a:buChar char="•"/>
              <a:defRPr sz="1600">
                <a:latin typeface="Arial"/>
                <a:ea typeface="Arial"/>
                <a:cs typeface="Arial"/>
                <a:sym typeface="Arial"/>
              </a:defRPr>
            </a:lvl3pPr>
            <a:lvl4pPr indent="-304800" lvl="3" marL="1828800" algn="l">
              <a:lnSpc>
                <a:spcPct val="90000"/>
              </a:lnSpc>
              <a:spcBef>
                <a:spcPts val="500"/>
              </a:spcBef>
              <a:spcAft>
                <a:spcPts val="0"/>
              </a:spcAft>
              <a:buClr>
                <a:schemeClr val="dk1"/>
              </a:buClr>
              <a:buSzPts val="1200"/>
              <a:buChar char="•"/>
              <a:defRPr sz="1200">
                <a:latin typeface="Arial"/>
                <a:ea typeface="Arial"/>
                <a:cs typeface="Arial"/>
                <a:sym typeface="Arial"/>
              </a:defRPr>
            </a:lvl4pPr>
            <a:lvl5pPr indent="-292100" lvl="4" marL="2286000" algn="l">
              <a:lnSpc>
                <a:spcPct val="90000"/>
              </a:lnSpc>
              <a:spcBef>
                <a:spcPts val="500"/>
              </a:spcBef>
              <a:spcAft>
                <a:spcPts val="0"/>
              </a:spcAft>
              <a:buClr>
                <a:schemeClr val="dk1"/>
              </a:buClr>
              <a:buSzPts val="1000"/>
              <a:buChar char="•"/>
              <a:defRPr sz="1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28" name="Google Shape;28;p3"/>
          <p:cNvSpPr txBox="1"/>
          <p:nvPr>
            <p:ph idx="2" type="body"/>
          </p:nvPr>
        </p:nvSpPr>
        <p:spPr>
          <a:xfrm>
            <a:off x="103081" y="681039"/>
            <a:ext cx="1705621" cy="5187198"/>
          </a:xfrm>
          <a:prstGeom prst="rect">
            <a:avLst/>
          </a:prstGeom>
          <a:noFill/>
          <a:ln>
            <a:noFill/>
          </a:ln>
        </p:spPr>
        <p:txBody>
          <a:bodyPr anchorCtr="0" anchor="t" bIns="45700" lIns="91425" spcFirstLastPara="1" rIns="91425" wrap="square" tIns="45700">
            <a:normAutofit/>
          </a:bodyPr>
          <a:lstStyle>
            <a:lvl1pPr indent="-330200" lvl="0" marL="457200" algn="ctr">
              <a:lnSpc>
                <a:spcPct val="90000"/>
              </a:lnSpc>
              <a:spcBef>
                <a:spcPts val="1000"/>
              </a:spcBef>
              <a:spcAft>
                <a:spcPts val="0"/>
              </a:spcAft>
              <a:buClr>
                <a:schemeClr val="dk1"/>
              </a:buClr>
              <a:buSzPts val="1600"/>
              <a:buFont typeface="Noto Sans Symbols"/>
              <a:buChar char="❑"/>
              <a:defRPr b="1" sz="1600">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_Nav" type="objTx">
  <p:cSld name="OBJECT_WITH_CAPTION_TEXT">
    <p:spTree>
      <p:nvGrpSpPr>
        <p:cNvPr id="33" name="Shape 33"/>
        <p:cNvGrpSpPr/>
        <p:nvPr/>
      </p:nvGrpSpPr>
      <p:grpSpPr>
        <a:xfrm>
          <a:off x="0" y="0"/>
          <a:ext cx="0" cy="0"/>
          <a:chOff x="0" y="0"/>
          <a:chExt cx="0" cy="0"/>
        </a:xfrm>
      </p:grpSpPr>
      <p:sp>
        <p:nvSpPr>
          <p:cNvPr id="34" name="Google Shape;34;p5"/>
          <p:cNvSpPr txBox="1"/>
          <p:nvPr>
            <p:ph type="title"/>
          </p:nvPr>
        </p:nvSpPr>
        <p:spPr>
          <a:xfrm>
            <a:off x="331596" y="734391"/>
            <a:ext cx="10319655" cy="83650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2800"/>
              <a:buFont typeface="Arial"/>
              <a:buNone/>
              <a:defRPr b="1" sz="2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2029767" y="1549080"/>
            <a:ext cx="8621485" cy="4670849"/>
          </a:xfrm>
          <a:prstGeom prst="rect">
            <a:avLst/>
          </a:prstGeom>
          <a:noFill/>
          <a:ln>
            <a:noFill/>
          </a:ln>
        </p:spPr>
        <p:txBody>
          <a:bodyPr anchorCtr="0" anchor="t" bIns="45700" lIns="91425" spcFirstLastPara="1" rIns="91425" wrap="square" tIns="45700">
            <a:normAutofit/>
          </a:bodyPr>
          <a:lstStyle>
            <a:lvl1pPr indent="-241300" lvl="0" marL="457200" algn="l">
              <a:lnSpc>
                <a:spcPct val="90000"/>
              </a:lnSpc>
              <a:spcBef>
                <a:spcPts val="1000"/>
              </a:spcBef>
              <a:spcAft>
                <a:spcPts val="0"/>
              </a:spcAft>
              <a:buClr>
                <a:schemeClr val="dk1"/>
              </a:buClr>
              <a:buSzPts val="200"/>
              <a:buChar char="•"/>
              <a:defRPr sz="200">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sz="2400">
                <a:latin typeface="Arial"/>
                <a:ea typeface="Arial"/>
                <a:cs typeface="Arial"/>
                <a:sym typeface="Arial"/>
              </a:defRPr>
            </a:lvl2pPr>
            <a:lvl3pPr indent="-355600" lvl="2" marL="1371600" algn="l">
              <a:lnSpc>
                <a:spcPct val="90000"/>
              </a:lnSpc>
              <a:spcBef>
                <a:spcPts val="500"/>
              </a:spcBef>
              <a:spcAft>
                <a:spcPts val="0"/>
              </a:spcAft>
              <a:buClr>
                <a:schemeClr val="dk1"/>
              </a:buClr>
              <a:buSzPts val="2000"/>
              <a:buChar char="•"/>
              <a:defRPr sz="2000">
                <a:latin typeface="Arial"/>
                <a:ea typeface="Arial"/>
                <a:cs typeface="Arial"/>
                <a:sym typeface="Arial"/>
              </a:defRPr>
            </a:lvl3pPr>
            <a:lvl4pPr indent="-330200" lvl="3" marL="1828800" algn="l">
              <a:lnSpc>
                <a:spcPct val="90000"/>
              </a:lnSpc>
              <a:spcBef>
                <a:spcPts val="500"/>
              </a:spcBef>
              <a:spcAft>
                <a:spcPts val="0"/>
              </a:spcAft>
              <a:buClr>
                <a:schemeClr val="dk1"/>
              </a:buClr>
              <a:buSzPts val="1600"/>
              <a:buChar char="•"/>
              <a:defRPr sz="1600">
                <a:latin typeface="Arial"/>
                <a:ea typeface="Arial"/>
                <a:cs typeface="Arial"/>
                <a:sym typeface="Arial"/>
              </a:defRPr>
            </a:lvl4pPr>
            <a:lvl5pPr indent="-304800" lvl="4" marL="2286000" algn="l">
              <a:lnSpc>
                <a:spcPct val="90000"/>
              </a:lnSpc>
              <a:spcBef>
                <a:spcPts val="500"/>
              </a:spcBef>
              <a:spcAft>
                <a:spcPts val="0"/>
              </a:spcAft>
              <a:buClr>
                <a:schemeClr val="dk1"/>
              </a:buClr>
              <a:buSzPts val="1200"/>
              <a:buChar char="•"/>
              <a:defRPr sz="1200">
                <a:latin typeface="Arial"/>
                <a:ea typeface="Arial"/>
                <a:cs typeface="Arial"/>
                <a:sym typeface="Aria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6" name="Google Shape;36;p5"/>
          <p:cNvSpPr txBox="1"/>
          <p:nvPr>
            <p:ph idx="2" type="body"/>
          </p:nvPr>
        </p:nvSpPr>
        <p:spPr>
          <a:xfrm>
            <a:off x="331596" y="1549080"/>
            <a:ext cx="1698171" cy="4670849"/>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1000"/>
              </a:spcBef>
              <a:spcAft>
                <a:spcPts val="0"/>
              </a:spcAft>
              <a:buClr>
                <a:schemeClr val="dk1"/>
              </a:buClr>
              <a:buSzPts val="1600"/>
              <a:buFont typeface="Noto Sans Symbols"/>
              <a:buChar char="❑"/>
              <a:defRPr b="1" sz="1600">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sp>
        <p:nvSpPr>
          <p:cNvPr id="41" name="Google Shape;41;p6"/>
          <p:cNvSpPr txBox="1"/>
          <p:nvPr>
            <p:ph type="title"/>
          </p:nvPr>
        </p:nvSpPr>
        <p:spPr>
          <a:xfrm>
            <a:off x="2167094" y="2801388"/>
            <a:ext cx="8313337" cy="125522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4000"/>
              <a:buFont typeface="Arial"/>
              <a:buNone/>
              <a:defRPr b="1" sz="4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sp>
        <p:nvSpPr>
          <p:cNvPr id="51" name="Google Shape;5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7" name="Shape 57"/>
        <p:cNvGrpSpPr/>
        <p:nvPr/>
      </p:nvGrpSpPr>
      <p:grpSpPr>
        <a:xfrm>
          <a:off x="0" y="0"/>
          <a:ext cx="0" cy="0"/>
          <a:chOff x="0" y="0"/>
          <a:chExt cx="0" cy="0"/>
        </a:xfrm>
      </p:grpSpPr>
      <p:sp>
        <p:nvSpPr>
          <p:cNvPr id="58" name="Google Shape;58;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2" name="Google Shape;62;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1"/>
          <p:cNvSpPr/>
          <p:nvPr>
            <p:ph idx="2" type="pic"/>
          </p:nvPr>
        </p:nvSpPr>
        <p:spPr>
          <a:xfrm>
            <a:off x="5183188" y="987425"/>
            <a:ext cx="6172200" cy="4873625"/>
          </a:xfrm>
          <a:prstGeom prst="rect">
            <a:avLst/>
          </a:prstGeom>
          <a:noFill/>
          <a:ln>
            <a:noFill/>
          </a:ln>
        </p:spPr>
      </p:sp>
      <p:sp>
        <p:nvSpPr>
          <p:cNvPr id="74" name="Google Shape;74;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2.png"/><Relationship Id="rId2" Type="http://schemas.openxmlformats.org/officeDocument/2006/relationships/image" Target="../media/image14.png"/><Relationship Id="rId3" Type="http://schemas.openxmlformats.org/officeDocument/2006/relationships/image" Target="../media/image5.jpg"/><Relationship Id="rId4" Type="http://schemas.openxmlformats.org/officeDocument/2006/relationships/slideLayout" Target="../slideLayouts/slideLayout1.xml"/><Relationship Id="rId9" Type="http://schemas.openxmlformats.org/officeDocument/2006/relationships/slideLayout" Target="../slideLayouts/slideLayout6.xml"/><Relationship Id="rId14" Type="http://schemas.openxmlformats.org/officeDocument/2006/relationships/theme" Target="../theme/theme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pic>
        <p:nvPicPr>
          <p:cNvPr id="11" name="Google Shape;11;p1"/>
          <p:cNvPicPr preferRelativeResize="0"/>
          <p:nvPr/>
        </p:nvPicPr>
        <p:blipFill rotWithShape="1">
          <a:blip r:embed="rId1">
            <a:alphaModFix amt="50000"/>
          </a:blip>
          <a:srcRect b="0" l="0" r="0" t="0"/>
          <a:stretch/>
        </p:blipFill>
        <p:spPr>
          <a:xfrm>
            <a:off x="10269940" y="4481757"/>
            <a:ext cx="1695206" cy="1695206"/>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9860658" y="115504"/>
            <a:ext cx="2219284" cy="778799"/>
          </a:xfrm>
          <a:prstGeom prst="rect">
            <a:avLst/>
          </a:prstGeom>
          <a:noFill/>
          <a:ln>
            <a:noFill/>
          </a:ln>
        </p:spPr>
      </p:pic>
      <p:pic>
        <p:nvPicPr>
          <p:cNvPr id="13" name="Google Shape;13;p1"/>
          <p:cNvPicPr preferRelativeResize="0"/>
          <p:nvPr/>
        </p:nvPicPr>
        <p:blipFill rotWithShape="1">
          <a:blip r:embed="rId3">
            <a:alphaModFix/>
          </a:blip>
          <a:srcRect b="0" l="0" r="0" t="0"/>
          <a:stretch/>
        </p:blipFill>
        <p:spPr>
          <a:xfrm>
            <a:off x="112058" y="185738"/>
            <a:ext cx="2741028" cy="70856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proprofsgames.com/wolf-sheep-and-cabbage/" TargetMode="External"/><Relationship Id="rId4" Type="http://schemas.openxmlformats.org/officeDocument/2006/relationships/image" Target="../media/image7.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17.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50000"/>
              </a:lnSpc>
              <a:spcBef>
                <a:spcPts val="0"/>
              </a:spcBef>
              <a:spcAft>
                <a:spcPts val="0"/>
              </a:spcAft>
              <a:buClr>
                <a:schemeClr val="dk1"/>
              </a:buClr>
              <a:buSzPct val="100000"/>
              <a:buFont typeface="Arial"/>
              <a:buNone/>
            </a:pPr>
            <a:r>
              <a:rPr lang="en-GB"/>
              <a:t>INTRODUCTORY PROGRAMMING </a:t>
            </a:r>
            <a:br>
              <a:rPr lang="en-GB"/>
            </a:br>
            <a:r>
              <a:rPr lang="en-GB"/>
              <a:t>AND</a:t>
            </a:r>
            <a:br>
              <a:rPr lang="en-GB"/>
            </a:br>
            <a:r>
              <a:rPr lang="en-GB"/>
              <a:t>PROBLEM SOLVING</a:t>
            </a:r>
            <a:endParaRPr/>
          </a:p>
        </p:txBody>
      </p:sp>
      <p:sp>
        <p:nvSpPr>
          <p:cNvPr id="83" name="Google Shape;83;p12"/>
          <p:cNvSpPr txBox="1"/>
          <p:nvPr>
            <p:ph idx="1" type="subTitle"/>
          </p:nvPr>
        </p:nvSpPr>
        <p:spPr>
          <a:xfrm>
            <a:off x="1594339" y="3864986"/>
            <a:ext cx="9212206" cy="1122650"/>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2400"/>
              <a:buNone/>
            </a:pPr>
            <a:r>
              <a:rPr lang="en-GB" sz="2400" cap="none"/>
              <a:t>WEEK  1 </a:t>
            </a:r>
            <a:endParaRPr/>
          </a:p>
          <a:p>
            <a:pPr indent="0" lvl="0" marL="0" rtl="0" algn="ctr">
              <a:lnSpc>
                <a:spcPct val="150000"/>
              </a:lnSpc>
              <a:spcBef>
                <a:spcPts val="0"/>
              </a:spcBef>
              <a:spcAft>
                <a:spcPts val="0"/>
              </a:spcAft>
              <a:buClr>
                <a:schemeClr val="dk1"/>
              </a:buClr>
              <a:buSzPts val="1600"/>
              <a:buNone/>
            </a:pPr>
            <a:r>
              <a:rPr b="0" lang="en-GB" sz="1600" cap="none"/>
              <a:t>TUTORIAL</a:t>
            </a:r>
            <a:endParaRPr/>
          </a:p>
        </p:txBody>
      </p:sp>
      <p:sp>
        <p:nvSpPr>
          <p:cNvPr id="84" name="Google Shape;84;p12"/>
          <p:cNvSpPr txBox="1"/>
          <p:nvPr/>
        </p:nvSpPr>
        <p:spPr>
          <a:xfrm>
            <a:off x="1524000" y="5477589"/>
            <a:ext cx="9144000" cy="516095"/>
          </a:xfrm>
          <a:prstGeom prst="rect">
            <a:avLst/>
          </a:prstGeom>
          <a:noFill/>
          <a:ln>
            <a:noFill/>
          </a:ln>
        </p:spPr>
        <p:txBody>
          <a:bodyPr anchorCtr="0" anchor="t" bIns="45700" lIns="91425" spcFirstLastPara="1" rIns="91425" wrap="square" tIns="45700">
            <a:normAutofit/>
          </a:bodyPr>
          <a:lstStyle/>
          <a:p>
            <a:pPr indent="0" lvl="0" marL="0" marR="0" rtl="0" algn="ctr">
              <a:lnSpc>
                <a:spcPct val="130000"/>
              </a:lnSpc>
              <a:spcBef>
                <a:spcPts val="0"/>
              </a:spcBef>
              <a:spcAft>
                <a:spcPts val="0"/>
              </a:spcAft>
              <a:buClr>
                <a:schemeClr val="dk1"/>
              </a:buClr>
              <a:buSzPts val="2000"/>
              <a:buFont typeface="Arial"/>
              <a:buNone/>
            </a:pPr>
            <a:r>
              <a:rPr b="1" lang="en-GB" sz="2000">
                <a:solidFill>
                  <a:schemeClr val="dk1"/>
                </a:solidFill>
              </a:rPr>
              <a:t>BHISMA RAJ KOIRALA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title"/>
          </p:nvPr>
        </p:nvSpPr>
        <p:spPr>
          <a:xfrm>
            <a:off x="1808703" y="681038"/>
            <a:ext cx="9575240"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Agenda</a:t>
            </a:r>
            <a:endParaRPr u="sng">
              <a:solidFill>
                <a:srgbClr val="00B050"/>
              </a:solidFill>
            </a:endParaRPr>
          </a:p>
        </p:txBody>
      </p:sp>
      <p:sp>
        <p:nvSpPr>
          <p:cNvPr id="90" name="Google Shape;90;p13"/>
          <p:cNvSpPr txBox="1"/>
          <p:nvPr>
            <p:ph idx="1" type="body"/>
          </p:nvPr>
        </p:nvSpPr>
        <p:spPr>
          <a:xfrm>
            <a:off x="1808702" y="1825625"/>
            <a:ext cx="9575241" cy="4042612"/>
          </a:xfrm>
          <a:prstGeom prst="rect">
            <a:avLst/>
          </a:prstGeom>
          <a:noFill/>
          <a:ln>
            <a:noFill/>
          </a:ln>
        </p:spPr>
        <p:txBody>
          <a:bodyPr anchorCtr="0" anchor="t" bIns="45700" lIns="91425" spcFirstLastPara="1" rIns="91425" wrap="square" tIns="45700">
            <a:normAutofit/>
          </a:bodyPr>
          <a:lstStyle/>
          <a:p>
            <a:pPr indent="-228600" lvl="0" marL="342900" rtl="0" algn="l">
              <a:lnSpc>
                <a:spcPct val="90000"/>
              </a:lnSpc>
              <a:spcBef>
                <a:spcPts val="0"/>
              </a:spcBef>
              <a:spcAft>
                <a:spcPts val="0"/>
              </a:spcAft>
              <a:buClr>
                <a:schemeClr val="dk1"/>
              </a:buClr>
              <a:buSzPts val="3200"/>
              <a:buFont typeface="Arial"/>
              <a:buChar char="•"/>
            </a:pPr>
            <a:r>
              <a:rPr b="1" lang="en-GB" sz="2400"/>
              <a:t>Logical Thinking Ideas</a:t>
            </a:r>
            <a:endParaRPr b="1"/>
          </a:p>
          <a:p>
            <a:pPr indent="-228600" lvl="0" marL="342900" rtl="0" algn="l">
              <a:lnSpc>
                <a:spcPct val="90000"/>
              </a:lnSpc>
              <a:spcBef>
                <a:spcPts val="1000"/>
              </a:spcBef>
              <a:spcAft>
                <a:spcPts val="0"/>
              </a:spcAft>
              <a:buClr>
                <a:schemeClr val="dk1"/>
              </a:buClr>
              <a:buSzPts val="3200"/>
              <a:buFont typeface="Arial"/>
              <a:buChar char="•"/>
            </a:pPr>
            <a:r>
              <a:rPr b="1" lang="en-GB" sz="2400"/>
              <a:t>A methodological approach</a:t>
            </a:r>
            <a:endParaRPr b="1"/>
          </a:p>
          <a:p>
            <a:pPr indent="-228600" lvl="0" marL="342900" rtl="0" algn="l">
              <a:lnSpc>
                <a:spcPct val="90000"/>
              </a:lnSpc>
              <a:spcBef>
                <a:spcPts val="1000"/>
              </a:spcBef>
              <a:spcAft>
                <a:spcPts val="0"/>
              </a:spcAft>
              <a:buClr>
                <a:schemeClr val="dk1"/>
              </a:buClr>
              <a:buSzPts val="3200"/>
              <a:buFont typeface="Arial"/>
              <a:buChar char="•"/>
            </a:pPr>
            <a:r>
              <a:rPr b="1" lang="en-GB" sz="2400"/>
              <a:t>Algorithm </a:t>
            </a:r>
            <a:endParaRPr b="1"/>
          </a:p>
          <a:p>
            <a:pPr indent="-228600" lvl="0" marL="342900" rtl="0" algn="l">
              <a:lnSpc>
                <a:spcPct val="90000"/>
              </a:lnSpc>
              <a:spcBef>
                <a:spcPts val="1000"/>
              </a:spcBef>
              <a:spcAft>
                <a:spcPts val="0"/>
              </a:spcAft>
              <a:buClr>
                <a:schemeClr val="dk1"/>
              </a:buClr>
              <a:buSzPts val="3200"/>
              <a:buFont typeface="Arial"/>
              <a:buChar char="•"/>
            </a:pPr>
            <a:r>
              <a:rPr b="1" lang="en-GB" sz="2400"/>
              <a:t>Pseudo-Code</a:t>
            </a:r>
            <a:endParaRPr b="1"/>
          </a:p>
          <a:p>
            <a:pPr indent="-228600" lvl="0" marL="342900" rtl="0" algn="l">
              <a:lnSpc>
                <a:spcPct val="90000"/>
              </a:lnSpc>
              <a:spcBef>
                <a:spcPts val="1000"/>
              </a:spcBef>
              <a:spcAft>
                <a:spcPts val="0"/>
              </a:spcAft>
              <a:buClr>
                <a:schemeClr val="dk1"/>
              </a:buClr>
              <a:buSzPts val="3200"/>
              <a:buFont typeface="Arial"/>
              <a:buChar char="•"/>
            </a:pPr>
            <a:r>
              <a:rPr b="1" lang="en-GB" sz="2400"/>
              <a:t>Flowchart</a:t>
            </a:r>
            <a:endParaRPr b="1"/>
          </a:p>
          <a:p>
            <a:pPr indent="-228600" lvl="0" marL="342900" rtl="0" algn="l">
              <a:lnSpc>
                <a:spcPct val="90000"/>
              </a:lnSpc>
              <a:spcBef>
                <a:spcPts val="1000"/>
              </a:spcBef>
              <a:spcAft>
                <a:spcPts val="0"/>
              </a:spcAft>
              <a:buClr>
                <a:schemeClr val="dk1"/>
              </a:buClr>
              <a:buSzPts val="3200"/>
              <a:buFont typeface="Arial"/>
              <a:buChar char="•"/>
            </a:pPr>
            <a:r>
              <a:rPr b="1" lang="en-GB" sz="2400"/>
              <a:t>Flow of Control</a:t>
            </a:r>
            <a:endParaRPr b="1"/>
          </a:p>
          <a:p>
            <a:pPr indent="-228600" lvl="0" marL="342900" rtl="0" algn="l">
              <a:lnSpc>
                <a:spcPct val="90000"/>
              </a:lnSpc>
              <a:spcBef>
                <a:spcPts val="1000"/>
              </a:spcBef>
              <a:spcAft>
                <a:spcPts val="0"/>
              </a:spcAft>
              <a:buClr>
                <a:schemeClr val="dk1"/>
              </a:buClr>
              <a:buSzPts val="3200"/>
              <a:buFont typeface="Arial"/>
              <a:buChar char="•"/>
            </a:pPr>
            <a:r>
              <a:rPr b="1" lang="en-GB" sz="2400"/>
              <a:t>Exercises</a:t>
            </a:r>
            <a:endParaRPr b="1"/>
          </a:p>
          <a:p>
            <a:pPr indent="-76200" lvl="0" marL="228600" rtl="0" algn="l">
              <a:lnSpc>
                <a:spcPct val="90000"/>
              </a:lnSpc>
              <a:spcBef>
                <a:spcPts val="1000"/>
              </a:spcBef>
              <a:spcAft>
                <a:spcPts val="0"/>
              </a:spcAft>
              <a:buClr>
                <a:schemeClr val="dk1"/>
              </a:buClr>
              <a:buSzPts val="2400"/>
              <a:buNone/>
            </a:pPr>
            <a:r>
              <a:t/>
            </a:r>
            <a:endParaRPr/>
          </a:p>
        </p:txBody>
      </p:sp>
      <p:sp>
        <p:nvSpPr>
          <p:cNvPr id="91" name="Google Shape;91;p13"/>
          <p:cNvSpPr txBox="1"/>
          <p:nvPr>
            <p:ph idx="2" type="body"/>
          </p:nvPr>
        </p:nvSpPr>
        <p:spPr>
          <a:xfrm>
            <a:off x="103081" y="681039"/>
            <a:ext cx="1705621"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lang="en-GB" sz="1200"/>
              <a:t>Agenda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1808703" y="681038"/>
            <a:ext cx="9575240"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b="1" lang="en-GB" sz="2800" u="sng"/>
              <a:t>Let’s think logically</a:t>
            </a:r>
            <a:endParaRPr/>
          </a:p>
        </p:txBody>
      </p:sp>
      <p:sp>
        <p:nvSpPr>
          <p:cNvPr id="97" name="Google Shape;97;p14"/>
          <p:cNvSpPr txBox="1"/>
          <p:nvPr>
            <p:ph idx="1" type="body"/>
          </p:nvPr>
        </p:nvSpPr>
        <p:spPr>
          <a:xfrm>
            <a:off x="1808702" y="1825625"/>
            <a:ext cx="9575241" cy="4042612"/>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0"/>
              </a:spcBef>
              <a:spcAft>
                <a:spcPts val="0"/>
              </a:spcAft>
              <a:buClr>
                <a:schemeClr val="dk1"/>
              </a:buClr>
              <a:buSzPts val="2200"/>
              <a:buNone/>
            </a:pPr>
            <a:r>
              <a:rPr lang="en-GB" sz="2400"/>
              <a:t>Let’s play the game </a:t>
            </a:r>
            <a:endParaRPr/>
          </a:p>
          <a:p>
            <a:pPr indent="0" lvl="0" marL="114300" rtl="0" algn="l">
              <a:lnSpc>
                <a:spcPct val="90000"/>
              </a:lnSpc>
              <a:spcBef>
                <a:spcPts val="1000"/>
              </a:spcBef>
              <a:spcAft>
                <a:spcPts val="0"/>
              </a:spcAft>
              <a:buClr>
                <a:schemeClr val="dk1"/>
              </a:buClr>
              <a:buSzPts val="2200"/>
              <a:buNone/>
            </a:pPr>
            <a:r>
              <a:rPr lang="en-GB" sz="2400" u="sng">
                <a:solidFill>
                  <a:schemeClr val="hlink"/>
                </a:solidFill>
                <a:hlinkClick r:id="rId3"/>
              </a:rPr>
              <a:t>https://www.proprofsgames.com/wolf-sheep-and-cabbage/</a:t>
            </a:r>
            <a:endParaRPr sz="2400"/>
          </a:p>
          <a:p>
            <a:pPr indent="0" lvl="0" marL="114300" rtl="0" algn="l">
              <a:lnSpc>
                <a:spcPct val="90000"/>
              </a:lnSpc>
              <a:spcBef>
                <a:spcPts val="1000"/>
              </a:spcBef>
              <a:spcAft>
                <a:spcPts val="0"/>
              </a:spcAft>
              <a:buClr>
                <a:schemeClr val="dk1"/>
              </a:buClr>
              <a:buSzPts val="2200"/>
              <a:buNone/>
            </a:pPr>
            <a:r>
              <a:t/>
            </a:r>
            <a:endParaRPr sz="2400"/>
          </a:p>
          <a:p>
            <a:pPr indent="0" lvl="0" marL="114300" rtl="0" algn="l">
              <a:lnSpc>
                <a:spcPct val="90000"/>
              </a:lnSpc>
              <a:spcBef>
                <a:spcPts val="1000"/>
              </a:spcBef>
              <a:spcAft>
                <a:spcPts val="0"/>
              </a:spcAft>
              <a:buClr>
                <a:schemeClr val="dk1"/>
              </a:buClr>
              <a:buSzPts val="2200"/>
              <a:buNone/>
            </a:pPr>
            <a:r>
              <a:rPr lang="en-GB" sz="2400"/>
              <a:t> </a:t>
            </a:r>
            <a:endParaRPr/>
          </a:p>
          <a:p>
            <a:pPr indent="-76200" lvl="0" marL="228600" rtl="0" algn="l">
              <a:lnSpc>
                <a:spcPct val="90000"/>
              </a:lnSpc>
              <a:spcBef>
                <a:spcPts val="1000"/>
              </a:spcBef>
              <a:spcAft>
                <a:spcPts val="0"/>
              </a:spcAft>
              <a:buClr>
                <a:schemeClr val="dk1"/>
              </a:buClr>
              <a:buSzPts val="2400"/>
              <a:buNone/>
            </a:pPr>
            <a:r>
              <a:t/>
            </a:r>
            <a:endParaRPr/>
          </a:p>
        </p:txBody>
      </p:sp>
      <p:sp>
        <p:nvSpPr>
          <p:cNvPr id="98" name="Google Shape;98;p14"/>
          <p:cNvSpPr txBox="1"/>
          <p:nvPr>
            <p:ph idx="2" type="body"/>
          </p:nvPr>
        </p:nvSpPr>
        <p:spPr>
          <a:xfrm>
            <a:off x="103081" y="681039"/>
            <a:ext cx="1705621"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lang="en-GB" sz="1200"/>
              <a:t>How to start</a:t>
            </a:r>
            <a:endParaRPr/>
          </a:p>
        </p:txBody>
      </p:sp>
      <p:pic>
        <p:nvPicPr>
          <p:cNvPr id="99" name="Google Shape;99;p14"/>
          <p:cNvPicPr preferRelativeResize="0"/>
          <p:nvPr/>
        </p:nvPicPr>
        <p:blipFill rotWithShape="1">
          <a:blip r:embed="rId4">
            <a:alphaModFix/>
          </a:blip>
          <a:srcRect b="0" l="0" r="0" t="0"/>
          <a:stretch/>
        </p:blipFill>
        <p:spPr>
          <a:xfrm>
            <a:off x="1378097" y="2852391"/>
            <a:ext cx="5501742" cy="3188897"/>
          </a:xfrm>
          <a:prstGeom prst="rect">
            <a:avLst/>
          </a:prstGeom>
          <a:noFill/>
          <a:ln>
            <a:noFill/>
          </a:ln>
        </p:spPr>
      </p:pic>
      <p:pic>
        <p:nvPicPr>
          <p:cNvPr id="100" name="Google Shape;100;p14" title="Wolf Sheep Cabbage.png"/>
          <p:cNvPicPr preferRelativeResize="0"/>
          <p:nvPr/>
        </p:nvPicPr>
        <p:blipFill>
          <a:blip r:embed="rId5">
            <a:alphaModFix/>
          </a:blip>
          <a:stretch>
            <a:fillRect/>
          </a:stretch>
        </p:blipFill>
        <p:spPr>
          <a:xfrm>
            <a:off x="8218025" y="2681038"/>
            <a:ext cx="3531625" cy="353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5"/>
          <p:cNvSpPr txBox="1"/>
          <p:nvPr>
            <p:ph type="title"/>
          </p:nvPr>
        </p:nvSpPr>
        <p:spPr>
          <a:xfrm>
            <a:off x="1808703" y="681038"/>
            <a:ext cx="9575240"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Logical thinking ideas</a:t>
            </a:r>
            <a:endParaRPr u="sng">
              <a:solidFill>
                <a:srgbClr val="00B050"/>
              </a:solidFill>
            </a:endParaRPr>
          </a:p>
        </p:txBody>
      </p:sp>
      <p:sp>
        <p:nvSpPr>
          <p:cNvPr id="106" name="Google Shape;106;p15"/>
          <p:cNvSpPr txBox="1"/>
          <p:nvPr>
            <p:ph idx="1" type="body"/>
          </p:nvPr>
        </p:nvSpPr>
        <p:spPr>
          <a:xfrm>
            <a:off x="1808702" y="1261108"/>
            <a:ext cx="9712738" cy="559689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b="1" lang="en-GB" sz="2400"/>
              <a:t>[Scenario]: </a:t>
            </a:r>
            <a:endParaRPr/>
          </a:p>
          <a:p>
            <a:pPr indent="-228600" lvl="0" marL="228600" rtl="0" algn="just">
              <a:lnSpc>
                <a:spcPct val="90000"/>
              </a:lnSpc>
              <a:spcBef>
                <a:spcPts val="1000"/>
              </a:spcBef>
              <a:spcAft>
                <a:spcPts val="0"/>
              </a:spcAft>
              <a:buClr>
                <a:schemeClr val="dk1"/>
              </a:buClr>
              <a:buSzPts val="2400"/>
              <a:buChar char="•"/>
            </a:pPr>
            <a:r>
              <a:rPr lang="en-GB" sz="2400"/>
              <a:t>Imagine hearing a sound of water dripping from faucet and realize that there is a leaky faucet at home. </a:t>
            </a:r>
            <a:endParaRPr/>
          </a:p>
          <a:p>
            <a:pPr indent="-228600" lvl="0" marL="228600" rtl="0" algn="just">
              <a:lnSpc>
                <a:spcPct val="90000"/>
              </a:lnSpc>
              <a:spcBef>
                <a:spcPts val="1000"/>
              </a:spcBef>
              <a:spcAft>
                <a:spcPts val="0"/>
              </a:spcAft>
              <a:buClr>
                <a:schemeClr val="dk1"/>
              </a:buClr>
              <a:buSzPts val="2400"/>
              <a:buChar char="•"/>
            </a:pPr>
            <a:r>
              <a:rPr lang="en-GB" sz="2400"/>
              <a:t>May be at first we will try to fix the problem by our own but incase the problem cannot be solved by us, then we simply turn off the water and call the plumber. </a:t>
            </a:r>
            <a:endParaRPr/>
          </a:p>
          <a:p>
            <a:pPr indent="-228600" lvl="0" marL="228600" rtl="0" algn="just">
              <a:lnSpc>
                <a:spcPct val="90000"/>
              </a:lnSpc>
              <a:spcBef>
                <a:spcPts val="1000"/>
              </a:spcBef>
              <a:spcAft>
                <a:spcPts val="0"/>
              </a:spcAft>
              <a:buClr>
                <a:schemeClr val="dk1"/>
              </a:buClr>
              <a:buSzPts val="2400"/>
              <a:buChar char="•"/>
            </a:pPr>
            <a:r>
              <a:rPr lang="en-GB" sz="2400"/>
              <a:t>The plumber will analyse the problem to identify the source of water leakage, make a plan about the work to fix the water leakage and fix it. </a:t>
            </a:r>
            <a:endParaRPr/>
          </a:p>
          <a:p>
            <a:pPr indent="-228600" lvl="0" marL="228600" rtl="0" algn="just">
              <a:lnSpc>
                <a:spcPct val="90000"/>
              </a:lnSpc>
              <a:spcBef>
                <a:spcPts val="1000"/>
              </a:spcBef>
              <a:spcAft>
                <a:spcPts val="0"/>
              </a:spcAft>
              <a:buClr>
                <a:schemeClr val="dk1"/>
              </a:buClr>
              <a:buSzPts val="2400"/>
              <a:buChar char="•"/>
            </a:pPr>
            <a:r>
              <a:rPr lang="en-GB" sz="2400"/>
              <a:t>From above example, it is explicit that, finding a solution to a problem might consist of multiple steps. </a:t>
            </a:r>
            <a:endParaRPr/>
          </a:p>
          <a:p>
            <a:pPr indent="-228600" lvl="0" marL="228600" rtl="0" algn="just">
              <a:lnSpc>
                <a:spcPct val="90000"/>
              </a:lnSpc>
              <a:spcBef>
                <a:spcPts val="1000"/>
              </a:spcBef>
              <a:spcAft>
                <a:spcPts val="0"/>
              </a:spcAft>
              <a:buClr>
                <a:schemeClr val="dk1"/>
              </a:buClr>
              <a:buSzPts val="2400"/>
              <a:buChar char="•"/>
            </a:pPr>
            <a:r>
              <a:rPr lang="en-GB" sz="2400"/>
              <a:t>For simpler problems we can easily find a solution but complex problems requires a methodical approach. </a:t>
            </a:r>
            <a:endParaRPr/>
          </a:p>
          <a:p>
            <a:pPr indent="-76200" lvl="0" marL="228600" rtl="0" algn="l">
              <a:lnSpc>
                <a:spcPct val="90000"/>
              </a:lnSpc>
              <a:spcBef>
                <a:spcPts val="1000"/>
              </a:spcBef>
              <a:spcAft>
                <a:spcPts val="0"/>
              </a:spcAft>
              <a:buClr>
                <a:schemeClr val="dk1"/>
              </a:buClr>
              <a:buSzPts val="2400"/>
              <a:buNone/>
            </a:pPr>
            <a:r>
              <a:t/>
            </a:r>
            <a:endParaRPr/>
          </a:p>
        </p:txBody>
      </p:sp>
      <p:sp>
        <p:nvSpPr>
          <p:cNvPr id="107" name="Google Shape;107;p15"/>
          <p:cNvSpPr txBox="1"/>
          <p:nvPr>
            <p:ph idx="2" type="body"/>
          </p:nvPr>
        </p:nvSpPr>
        <p:spPr>
          <a:xfrm>
            <a:off x="103081" y="681039"/>
            <a:ext cx="1705621"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lang="en-GB" sz="1200"/>
              <a:t>Scenario based problem</a:t>
            </a:r>
            <a:endParaRPr/>
          </a:p>
        </p:txBody>
      </p:sp>
      <p:sp>
        <p:nvSpPr>
          <p:cNvPr id="108" name="Google Shape;108;p15"/>
          <p:cNvSpPr txBox="1"/>
          <p:nvPr/>
        </p:nvSpPr>
        <p:spPr>
          <a:xfrm>
            <a:off x="3289762" y="6078974"/>
            <a:ext cx="60973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rgbClr val="FF0000"/>
              </a:solidFill>
              <a:latin typeface="Calibri"/>
              <a:ea typeface="Calibri"/>
              <a:cs typeface="Calibri"/>
              <a:sym typeface="Calibri"/>
            </a:endParaRPr>
          </a:p>
          <a:p>
            <a:pPr indent="0" lvl="0" marL="0" marR="0" rtl="0" algn="l">
              <a:spcBef>
                <a:spcPts val="0"/>
              </a:spcBef>
              <a:spcAft>
                <a:spcPts val="0"/>
              </a:spcAft>
              <a:buNone/>
            </a:pPr>
            <a:r>
              <a:rPr b="1" lang="en-GB" sz="1800">
                <a:solidFill>
                  <a:srgbClr val="FF0000"/>
                </a:solidFill>
                <a:latin typeface="Calibri"/>
                <a:ea typeface="Calibri"/>
                <a:cs typeface="Calibri"/>
                <a:sym typeface="Calibri"/>
              </a:rPr>
              <a:t>In programming also, we follow steps for problem solving</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1808703" y="681038"/>
            <a:ext cx="9575240"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A methodological approach</a:t>
            </a:r>
            <a:endParaRPr u="sng">
              <a:solidFill>
                <a:srgbClr val="00B050"/>
              </a:solidFill>
            </a:endParaRPr>
          </a:p>
        </p:txBody>
      </p:sp>
      <p:sp>
        <p:nvSpPr>
          <p:cNvPr id="114" name="Google Shape;114;p16"/>
          <p:cNvSpPr txBox="1"/>
          <p:nvPr>
            <p:ph idx="1" type="body"/>
          </p:nvPr>
        </p:nvSpPr>
        <p:spPr>
          <a:xfrm>
            <a:off x="1808702" y="1493115"/>
            <a:ext cx="9712738" cy="4683845"/>
          </a:xfrm>
          <a:prstGeom prst="rect">
            <a:avLst/>
          </a:prstGeom>
          <a:noFill/>
          <a:ln>
            <a:noFill/>
          </a:ln>
        </p:spPr>
        <p:txBody>
          <a:bodyPr anchorCtr="0" anchor="t" bIns="45700" lIns="91425" spcFirstLastPara="1" rIns="91425" wrap="square" tIns="45700">
            <a:normAutofit/>
          </a:bodyPr>
          <a:lstStyle/>
          <a:p>
            <a:pPr indent="-457200" lvl="0" marL="571500" rtl="0" algn="just">
              <a:lnSpc>
                <a:spcPct val="90000"/>
              </a:lnSpc>
              <a:spcBef>
                <a:spcPts val="0"/>
              </a:spcBef>
              <a:spcAft>
                <a:spcPts val="0"/>
              </a:spcAft>
              <a:buClr>
                <a:schemeClr val="dk1"/>
              </a:buClr>
              <a:buSzPts val="2800"/>
              <a:buFont typeface="Arial"/>
              <a:buChar char="•"/>
            </a:pPr>
            <a:r>
              <a:rPr lang="en-GB" sz="2400"/>
              <a:t>As discussed earlier, easy problem could be easily solved but for complex problems we need to follow methodological approach. In computer science, methodological approach follows four steps: </a:t>
            </a:r>
            <a:endParaRPr/>
          </a:p>
        </p:txBody>
      </p:sp>
      <p:sp>
        <p:nvSpPr>
          <p:cNvPr id="115" name="Google Shape;115;p16"/>
          <p:cNvSpPr txBox="1"/>
          <p:nvPr>
            <p:ph idx="2" type="body"/>
          </p:nvPr>
        </p:nvSpPr>
        <p:spPr>
          <a:xfrm>
            <a:off x="103081" y="681039"/>
            <a:ext cx="1705621"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1" lang="en-GB" sz="1200"/>
              <a:t>A methodological approach</a:t>
            </a:r>
            <a:endParaRPr b="0" sz="1200"/>
          </a:p>
          <a:p>
            <a:pPr indent="0" lvl="0" marL="0" rtl="0" algn="ctr">
              <a:lnSpc>
                <a:spcPct val="90000"/>
              </a:lnSpc>
              <a:spcBef>
                <a:spcPts val="1000"/>
              </a:spcBef>
              <a:spcAft>
                <a:spcPts val="0"/>
              </a:spcAft>
              <a:buClr>
                <a:schemeClr val="dk1"/>
              </a:buClr>
              <a:buSzPts val="1200"/>
              <a:buNone/>
            </a:pPr>
            <a:r>
              <a:t/>
            </a:r>
            <a:endParaRPr b="0" sz="1200"/>
          </a:p>
        </p:txBody>
      </p:sp>
      <p:pic>
        <p:nvPicPr>
          <p:cNvPr id="116" name="Google Shape;116;p16"/>
          <p:cNvPicPr preferRelativeResize="0"/>
          <p:nvPr/>
        </p:nvPicPr>
        <p:blipFill rotWithShape="1">
          <a:blip r:embed="rId3">
            <a:alphaModFix/>
          </a:blip>
          <a:srcRect b="0" l="0" r="0" t="0"/>
          <a:stretch/>
        </p:blipFill>
        <p:spPr>
          <a:xfrm>
            <a:off x="2758235" y="2389834"/>
            <a:ext cx="6543706" cy="3486769"/>
          </a:xfrm>
          <a:prstGeom prst="rect">
            <a:avLst/>
          </a:prstGeom>
          <a:noFill/>
          <a:ln>
            <a:noFill/>
          </a:ln>
        </p:spPr>
      </p:pic>
      <p:sp>
        <p:nvSpPr>
          <p:cNvPr id="117" name="Google Shape;117;p16"/>
          <p:cNvSpPr txBox="1"/>
          <p:nvPr/>
        </p:nvSpPr>
        <p:spPr>
          <a:xfrm>
            <a:off x="3616379" y="5876603"/>
            <a:ext cx="60973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1800"/>
              <a:buFont typeface="Calibri"/>
              <a:buNone/>
            </a:pPr>
            <a:r>
              <a:rPr b="1" lang="en-GB" sz="1800">
                <a:solidFill>
                  <a:srgbClr val="FF0000"/>
                </a:solidFill>
                <a:latin typeface="Calibri"/>
                <a:ea typeface="Calibri"/>
                <a:cs typeface="Calibri"/>
                <a:sym typeface="Calibri"/>
              </a:rPr>
              <a:t>Remember: It is good practice to develop algorithm before jumping into coding.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nvSpPr>
        <p:spPr>
          <a:xfrm>
            <a:off x="4145974" y="2242203"/>
            <a:ext cx="644444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chemeClr val="dk1"/>
                </a:solidFill>
                <a:latin typeface="Arial"/>
                <a:ea typeface="Arial"/>
                <a:cs typeface="Arial"/>
                <a:sym typeface="Arial"/>
              </a:rPr>
              <a:t>Let’s learn and implement</a:t>
            </a:r>
            <a:endParaRPr sz="2400">
              <a:solidFill>
                <a:schemeClr val="dk1"/>
              </a:solidFill>
              <a:latin typeface="Arial"/>
              <a:ea typeface="Arial"/>
              <a:cs typeface="Arial"/>
              <a:sym typeface="Arial"/>
            </a:endParaRPr>
          </a:p>
        </p:txBody>
      </p:sp>
      <p:pic>
        <p:nvPicPr>
          <p:cNvPr descr="Lets Go Vector Art, Icons, and Graphics for Free Download" id="123" name="Google Shape;123;p17"/>
          <p:cNvPicPr preferRelativeResize="0"/>
          <p:nvPr/>
        </p:nvPicPr>
        <p:blipFill rotWithShape="1">
          <a:blip r:embed="rId3">
            <a:alphaModFix/>
          </a:blip>
          <a:srcRect b="0" l="0" r="0" t="0"/>
          <a:stretch/>
        </p:blipFill>
        <p:spPr>
          <a:xfrm>
            <a:off x="4336756" y="2874289"/>
            <a:ext cx="3759840" cy="110942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18"/>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Algorithm</a:t>
            </a:r>
            <a:endParaRPr/>
          </a:p>
        </p:txBody>
      </p:sp>
      <p:sp>
        <p:nvSpPr>
          <p:cNvPr id="129" name="Google Shape;129;p18"/>
          <p:cNvSpPr txBox="1"/>
          <p:nvPr>
            <p:ph idx="1" type="body"/>
          </p:nvPr>
        </p:nvSpPr>
        <p:spPr>
          <a:xfrm>
            <a:off x="2136371" y="1825625"/>
            <a:ext cx="9247572" cy="40426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en-GB" sz="2400"/>
              <a:t>What is an Algorithm?</a:t>
            </a:r>
            <a:endParaRPr/>
          </a:p>
          <a:p>
            <a:pPr indent="-228600" lvl="1" marL="685800" rtl="0" algn="l">
              <a:lnSpc>
                <a:spcPct val="150000"/>
              </a:lnSpc>
              <a:spcBef>
                <a:spcPts val="500"/>
              </a:spcBef>
              <a:spcAft>
                <a:spcPts val="0"/>
              </a:spcAft>
              <a:buClr>
                <a:schemeClr val="dk1"/>
              </a:buClr>
              <a:buSzPts val="2000"/>
              <a:buFont typeface="Noto Sans Symbols"/>
              <a:buChar char="▪"/>
            </a:pPr>
            <a:r>
              <a:rPr lang="en-GB" sz="2000"/>
              <a:t>An algorithm is a </a:t>
            </a:r>
            <a:r>
              <a:rPr b="1" lang="en-GB" sz="2000">
                <a:solidFill>
                  <a:srgbClr val="00B0F0"/>
                </a:solidFill>
              </a:rPr>
              <a:t>finite number </a:t>
            </a:r>
            <a:r>
              <a:rPr lang="en-GB" sz="2000"/>
              <a:t>of clearly </a:t>
            </a:r>
            <a:r>
              <a:rPr b="1" lang="en-GB" sz="2000">
                <a:solidFill>
                  <a:srgbClr val="00B0F0"/>
                </a:solidFill>
              </a:rPr>
              <a:t>described steps </a:t>
            </a:r>
            <a:r>
              <a:rPr lang="en-GB" sz="2000"/>
              <a:t>that can be followed to produce a </a:t>
            </a:r>
            <a:r>
              <a:rPr b="1" lang="en-GB" sz="2000">
                <a:solidFill>
                  <a:srgbClr val="00B0F0"/>
                </a:solidFill>
              </a:rPr>
              <a:t>desired result</a:t>
            </a:r>
            <a:r>
              <a:rPr lang="en-GB" sz="2000"/>
              <a:t> for a given input in a finite amount of time (that is, it eventually terminates)</a:t>
            </a:r>
            <a:endParaRPr/>
          </a:p>
          <a:p>
            <a:pPr indent="-228600" lvl="1" marL="685800" rtl="0" algn="l">
              <a:lnSpc>
                <a:spcPct val="150000"/>
              </a:lnSpc>
              <a:spcBef>
                <a:spcPts val="500"/>
              </a:spcBef>
              <a:spcAft>
                <a:spcPts val="0"/>
              </a:spcAft>
              <a:buClr>
                <a:schemeClr val="dk1"/>
              </a:buClr>
              <a:buSzPts val="2000"/>
              <a:buFont typeface="Noto Sans Symbols"/>
              <a:buChar char="▪"/>
            </a:pPr>
            <a:r>
              <a:rPr lang="en-GB"/>
              <a:t>In other words, An algorithm is any </a:t>
            </a:r>
            <a:r>
              <a:rPr lang="en-GB">
                <a:solidFill>
                  <a:srgbClr val="00B0F0"/>
                </a:solidFill>
              </a:rPr>
              <a:t>well defined computational procedure </a:t>
            </a:r>
            <a:r>
              <a:rPr lang="en-GB"/>
              <a:t>that takes some values and produce some output	</a:t>
            </a:r>
            <a:endParaRPr/>
          </a:p>
          <a:p>
            <a:pPr indent="-228600" lvl="1" marL="685800" rtl="0" algn="l">
              <a:lnSpc>
                <a:spcPct val="150000"/>
              </a:lnSpc>
              <a:spcBef>
                <a:spcPts val="500"/>
              </a:spcBef>
              <a:spcAft>
                <a:spcPts val="0"/>
              </a:spcAft>
              <a:buClr>
                <a:schemeClr val="dk1"/>
              </a:buClr>
              <a:buSzPts val="2000"/>
              <a:buFont typeface="Noto Sans Symbols"/>
              <a:buChar char="▪"/>
            </a:pPr>
            <a:r>
              <a:rPr lang="en-GB"/>
              <a:t>An algorithm helps in achieving </a:t>
            </a:r>
            <a:r>
              <a:rPr lang="en-GB">
                <a:solidFill>
                  <a:srgbClr val="00B0F0"/>
                </a:solidFill>
              </a:rPr>
              <a:t>input/output relationship</a:t>
            </a:r>
            <a:endParaRPr/>
          </a:p>
          <a:p>
            <a:pPr indent="-101600" lvl="1" marL="685800" rtl="0" algn="l">
              <a:lnSpc>
                <a:spcPct val="90000"/>
              </a:lnSpc>
              <a:spcBef>
                <a:spcPts val="500"/>
              </a:spcBef>
              <a:spcAft>
                <a:spcPts val="0"/>
              </a:spcAft>
              <a:buClr>
                <a:schemeClr val="dk1"/>
              </a:buClr>
              <a:buSzPts val="2000"/>
              <a:buFont typeface="Noto Sans Symbols"/>
              <a:buNone/>
            </a:pPr>
            <a:r>
              <a:t/>
            </a:r>
            <a:endParaRPr/>
          </a:p>
        </p:txBody>
      </p:sp>
      <p:sp>
        <p:nvSpPr>
          <p:cNvPr id="130" name="Google Shape;130;p18"/>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lang="en-GB" sz="1200"/>
              <a:t>Algorithms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19"/>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Characteristics of a good algorithm</a:t>
            </a:r>
            <a:endParaRPr>
              <a:solidFill>
                <a:srgbClr val="00B050"/>
              </a:solidFill>
            </a:endParaRPr>
          </a:p>
        </p:txBody>
      </p:sp>
      <p:sp>
        <p:nvSpPr>
          <p:cNvPr id="136" name="Google Shape;136;p19"/>
          <p:cNvSpPr txBox="1"/>
          <p:nvPr>
            <p:ph idx="1" type="body"/>
          </p:nvPr>
        </p:nvSpPr>
        <p:spPr>
          <a:xfrm>
            <a:off x="2202871" y="1493115"/>
            <a:ext cx="9659389" cy="4824557"/>
          </a:xfrm>
          <a:prstGeom prst="rect">
            <a:avLst/>
          </a:prstGeom>
          <a:noFill/>
          <a:ln>
            <a:noFill/>
          </a:ln>
        </p:spPr>
        <p:txBody>
          <a:bodyPr anchorCtr="0" anchor="t" bIns="45700" lIns="91425" spcFirstLastPara="1" rIns="91425" wrap="square" tIns="45700">
            <a:normAutofit/>
          </a:bodyPr>
          <a:lstStyle/>
          <a:p>
            <a:pPr indent="-342900" lvl="0" marL="457200" rtl="0" algn="just">
              <a:lnSpc>
                <a:spcPct val="150000"/>
              </a:lnSpc>
              <a:spcBef>
                <a:spcPts val="0"/>
              </a:spcBef>
              <a:spcAft>
                <a:spcPts val="0"/>
              </a:spcAft>
              <a:buClr>
                <a:schemeClr val="dk1"/>
              </a:buClr>
              <a:buSzPts val="2800"/>
              <a:buFont typeface="Noto Sans Symbols"/>
              <a:buChar char="▪"/>
            </a:pPr>
            <a:r>
              <a:rPr b="1" lang="en-GB" sz="2000"/>
              <a:t>Precision</a:t>
            </a:r>
            <a:r>
              <a:rPr lang="en-GB" sz="2000"/>
              <a:t> – the steps are precisely stated or defined.</a:t>
            </a:r>
            <a:endParaRPr/>
          </a:p>
          <a:p>
            <a:pPr indent="-342900" lvl="0" marL="457200" rtl="0" algn="just">
              <a:lnSpc>
                <a:spcPct val="150000"/>
              </a:lnSpc>
              <a:spcBef>
                <a:spcPts val="1000"/>
              </a:spcBef>
              <a:spcAft>
                <a:spcPts val="0"/>
              </a:spcAft>
              <a:buClr>
                <a:schemeClr val="dk1"/>
              </a:buClr>
              <a:buSzPts val="2800"/>
              <a:buFont typeface="Noto Sans Symbols"/>
              <a:buChar char="▪"/>
            </a:pPr>
            <a:r>
              <a:rPr b="1" lang="en-GB" sz="2000"/>
              <a:t>Uniqueness</a:t>
            </a:r>
            <a:r>
              <a:rPr lang="en-GB" sz="2000"/>
              <a:t> – results of each steps are uniquely defined and only depends on the input and the result of the preceding steps.</a:t>
            </a:r>
            <a:endParaRPr/>
          </a:p>
          <a:p>
            <a:pPr indent="-342900" lvl="0" marL="457200" rtl="0" algn="just">
              <a:lnSpc>
                <a:spcPct val="150000"/>
              </a:lnSpc>
              <a:spcBef>
                <a:spcPts val="1000"/>
              </a:spcBef>
              <a:spcAft>
                <a:spcPts val="0"/>
              </a:spcAft>
              <a:buClr>
                <a:schemeClr val="dk1"/>
              </a:buClr>
              <a:buSzPts val="2800"/>
              <a:buFont typeface="Noto Sans Symbols"/>
              <a:buChar char="▪"/>
            </a:pPr>
            <a:r>
              <a:rPr b="1" lang="en-GB" sz="2000"/>
              <a:t>Finiteness</a:t>
            </a:r>
            <a:r>
              <a:rPr lang="en-GB" sz="2000"/>
              <a:t> – the algorithm must stop eventually.</a:t>
            </a:r>
            <a:endParaRPr/>
          </a:p>
          <a:p>
            <a:pPr indent="-342900" lvl="0" marL="457200" rtl="0" algn="just">
              <a:lnSpc>
                <a:spcPct val="150000"/>
              </a:lnSpc>
              <a:spcBef>
                <a:spcPts val="1000"/>
              </a:spcBef>
              <a:spcAft>
                <a:spcPts val="0"/>
              </a:spcAft>
              <a:buClr>
                <a:schemeClr val="dk1"/>
              </a:buClr>
              <a:buSzPts val="2800"/>
              <a:buFont typeface="Noto Sans Symbols"/>
              <a:buChar char="▪"/>
            </a:pPr>
            <a:r>
              <a:rPr b="1" lang="en-GB" sz="2000"/>
              <a:t>Input</a:t>
            </a:r>
            <a:r>
              <a:rPr lang="en-GB" sz="2000"/>
              <a:t> – the algorithm receives some input.</a:t>
            </a:r>
            <a:endParaRPr/>
          </a:p>
          <a:p>
            <a:pPr indent="-342900" lvl="0" marL="457200" rtl="0" algn="just">
              <a:lnSpc>
                <a:spcPct val="150000"/>
              </a:lnSpc>
              <a:spcBef>
                <a:spcPts val="1000"/>
              </a:spcBef>
              <a:spcAft>
                <a:spcPts val="0"/>
              </a:spcAft>
              <a:buClr>
                <a:schemeClr val="dk1"/>
              </a:buClr>
              <a:buSzPts val="2800"/>
              <a:buFont typeface="Noto Sans Symbols"/>
              <a:buChar char="▪"/>
            </a:pPr>
            <a:r>
              <a:rPr b="1" lang="en-GB" sz="2000"/>
              <a:t>Output</a:t>
            </a:r>
            <a:r>
              <a:rPr lang="en-GB" sz="2000"/>
              <a:t> – the algorithm produces desired output.</a:t>
            </a:r>
            <a:endParaRPr/>
          </a:p>
          <a:p>
            <a:pPr indent="0" lvl="1" marL="457200" rtl="0" algn="l">
              <a:lnSpc>
                <a:spcPct val="90000"/>
              </a:lnSpc>
              <a:spcBef>
                <a:spcPts val="500"/>
              </a:spcBef>
              <a:spcAft>
                <a:spcPts val="0"/>
              </a:spcAft>
              <a:buClr>
                <a:schemeClr val="dk1"/>
              </a:buClr>
              <a:buSzPts val="2000"/>
              <a:buNone/>
            </a:pPr>
            <a:r>
              <a:t/>
            </a:r>
            <a:endParaRPr/>
          </a:p>
          <a:p>
            <a:pPr indent="0" lvl="1" marL="457200" rtl="0" algn="l">
              <a:lnSpc>
                <a:spcPct val="90000"/>
              </a:lnSpc>
              <a:spcBef>
                <a:spcPts val="500"/>
              </a:spcBef>
              <a:spcAft>
                <a:spcPts val="0"/>
              </a:spcAft>
              <a:buClr>
                <a:schemeClr val="dk1"/>
              </a:buClr>
              <a:buSzPts val="2000"/>
              <a:buNone/>
            </a:pPr>
            <a:r>
              <a:t/>
            </a:r>
            <a:endParaRPr/>
          </a:p>
        </p:txBody>
      </p:sp>
      <p:sp>
        <p:nvSpPr>
          <p:cNvPr id="137" name="Google Shape;137;p19"/>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lang="en-GB" sz="1200"/>
              <a:t>Characteristics of Good Algorithms</a:t>
            </a:r>
            <a:endParaRPr/>
          </a:p>
          <a:p>
            <a:pPr indent="0" lvl="0" marL="0" rtl="0" algn="ctr">
              <a:lnSpc>
                <a:spcPct val="90000"/>
              </a:lnSpc>
              <a:spcBef>
                <a:spcPts val="1000"/>
              </a:spcBef>
              <a:spcAft>
                <a:spcPts val="0"/>
              </a:spcAft>
              <a:buClr>
                <a:schemeClr val="dk1"/>
              </a:buClr>
              <a:buSzPts val="1200"/>
              <a:buNone/>
            </a:pPr>
            <a:r>
              <a:t/>
            </a:r>
            <a:endParaRPr sz="1200"/>
          </a:p>
        </p:txBody>
      </p:sp>
      <p:grpSp>
        <p:nvGrpSpPr>
          <p:cNvPr id="138" name="Google Shape;138;p19"/>
          <p:cNvGrpSpPr/>
          <p:nvPr/>
        </p:nvGrpSpPr>
        <p:grpSpPr>
          <a:xfrm>
            <a:off x="103070" y="5660169"/>
            <a:ext cx="1439082" cy="999176"/>
            <a:chOff x="662250" y="5004258"/>
            <a:chExt cx="2028304" cy="1238597"/>
          </a:xfrm>
        </p:grpSpPr>
        <p:sp>
          <p:nvSpPr>
            <p:cNvPr id="139" name="Google Shape;139;p19"/>
            <p:cNvSpPr/>
            <p:nvPr/>
          </p:nvSpPr>
          <p:spPr>
            <a:xfrm>
              <a:off x="662250" y="5004258"/>
              <a:ext cx="2028304" cy="1238597"/>
            </a:xfrm>
            <a:prstGeom prst="rect">
              <a:avLst/>
            </a:prstGeom>
            <a:solidFill>
              <a:schemeClr val="accent6"/>
            </a:solidFill>
            <a:ln cap="flat" cmpd="sng" w="10400">
              <a:solidFill>
                <a:srgbClr val="31538F"/>
              </a:solidFill>
              <a:prstDash val="solid"/>
              <a:miter lim="800000"/>
              <a:headEnd len="sm" w="sm" type="none"/>
              <a:tailEnd len="sm" w="sm" type="none"/>
            </a:ln>
            <a:effectLst>
              <a:outerShdw blurRad="41580" rotWithShape="0" algn="bl" dir="18900000" dist="31185">
                <a:srgbClr val="000000">
                  <a:alpha val="40000"/>
                </a:srgbClr>
              </a:outerShdw>
            </a:effectLst>
          </p:spPr>
          <p:txBody>
            <a:bodyPr anchorCtr="0" anchor="ctr" bIns="37400" lIns="74825" spcFirstLastPara="1" rIns="74825" wrap="square" tIns="37400">
              <a:noAutofit/>
            </a:bodyPr>
            <a:lstStyle/>
            <a:p>
              <a:pPr indent="0" lvl="0" marL="0" marR="0" rtl="0" algn="ctr">
                <a:spcBef>
                  <a:spcPts val="0"/>
                </a:spcBef>
                <a:spcAft>
                  <a:spcPts val="0"/>
                </a:spcAft>
                <a:buClr>
                  <a:schemeClr val="dk1"/>
                </a:buClr>
                <a:buSzPts val="2456"/>
                <a:buFont typeface="Calibri"/>
                <a:buNone/>
              </a:pPr>
              <a:r>
                <a:t/>
              </a:r>
              <a:endParaRPr sz="2455">
                <a:solidFill>
                  <a:schemeClr val="lt1"/>
                </a:solidFill>
                <a:latin typeface="Calibri"/>
                <a:ea typeface="Calibri"/>
                <a:cs typeface="Calibri"/>
                <a:sym typeface="Calibri"/>
              </a:endParaRPr>
            </a:p>
          </p:txBody>
        </p:sp>
        <p:sp>
          <p:nvSpPr>
            <p:cNvPr id="140" name="Google Shape;140;p19"/>
            <p:cNvSpPr/>
            <p:nvPr/>
          </p:nvSpPr>
          <p:spPr>
            <a:xfrm>
              <a:off x="1090354" y="5386643"/>
              <a:ext cx="1172096" cy="473825"/>
            </a:xfrm>
            <a:prstGeom prst="rect">
              <a:avLst/>
            </a:prstGeom>
            <a:noFill/>
            <a:ln>
              <a:noFill/>
            </a:ln>
          </p:spPr>
          <p:txBody>
            <a:bodyPr anchorCtr="0" anchor="ctr" bIns="37400" lIns="74825" spcFirstLastPara="1" rIns="74825" wrap="square" tIns="37400">
              <a:noAutofit/>
            </a:bodyPr>
            <a:lstStyle/>
            <a:p>
              <a:pPr indent="0" lvl="0" marL="0" marR="0" rtl="0" algn="ctr">
                <a:spcBef>
                  <a:spcPts val="0"/>
                </a:spcBef>
                <a:spcAft>
                  <a:spcPts val="0"/>
                </a:spcAft>
                <a:buClr>
                  <a:schemeClr val="lt1"/>
                </a:buClr>
                <a:buSzPts val="1310"/>
                <a:buFont typeface="Arial"/>
                <a:buNone/>
              </a:pPr>
              <a:r>
                <a:rPr lang="en-GB" sz="1309">
                  <a:solidFill>
                    <a:schemeClr val="lt1"/>
                  </a:solidFill>
                  <a:latin typeface="Arial"/>
                  <a:ea typeface="Arial"/>
                  <a:cs typeface="Arial"/>
                  <a:sym typeface="Arial"/>
                </a:rPr>
                <a:t>User Input</a:t>
              </a:r>
              <a:endParaRPr sz="1309">
                <a:solidFill>
                  <a:schemeClr val="dk1"/>
                </a:solidFill>
                <a:latin typeface="Arial"/>
                <a:ea typeface="Arial"/>
                <a:cs typeface="Arial"/>
                <a:sym typeface="Arial"/>
              </a:endParaRPr>
            </a:p>
          </p:txBody>
        </p:sp>
      </p:grpSp>
      <p:grpSp>
        <p:nvGrpSpPr>
          <p:cNvPr id="141" name="Google Shape;141;p19"/>
          <p:cNvGrpSpPr/>
          <p:nvPr/>
        </p:nvGrpSpPr>
        <p:grpSpPr>
          <a:xfrm>
            <a:off x="2557199" y="5607153"/>
            <a:ext cx="1997415" cy="1022648"/>
            <a:chOff x="4566456" y="5018806"/>
            <a:chExt cx="2815243" cy="1267693"/>
          </a:xfrm>
        </p:grpSpPr>
        <p:sp>
          <p:nvSpPr>
            <p:cNvPr id="142" name="Google Shape;142;p19"/>
            <p:cNvSpPr/>
            <p:nvPr/>
          </p:nvSpPr>
          <p:spPr>
            <a:xfrm>
              <a:off x="4566456" y="5018806"/>
              <a:ext cx="2815243" cy="1267693"/>
            </a:xfrm>
            <a:prstGeom prst="rect">
              <a:avLst/>
            </a:prstGeom>
            <a:solidFill>
              <a:schemeClr val="accent6"/>
            </a:solidFill>
            <a:ln cap="flat" cmpd="sng" w="10400">
              <a:solidFill>
                <a:srgbClr val="31538F"/>
              </a:solidFill>
              <a:prstDash val="solid"/>
              <a:miter lim="800000"/>
              <a:headEnd len="sm" w="sm" type="none"/>
              <a:tailEnd len="sm" w="sm" type="none"/>
            </a:ln>
            <a:effectLst>
              <a:outerShdw blurRad="41580" rotWithShape="0" algn="bl" dir="18900000" dist="31185">
                <a:srgbClr val="000000">
                  <a:alpha val="40000"/>
                </a:srgbClr>
              </a:outerShdw>
            </a:effectLst>
          </p:spPr>
          <p:txBody>
            <a:bodyPr anchorCtr="0" anchor="ctr" bIns="37400" lIns="74825" spcFirstLastPara="1" rIns="74825" wrap="square" tIns="37400">
              <a:noAutofit/>
            </a:bodyPr>
            <a:lstStyle/>
            <a:p>
              <a:pPr indent="0" lvl="0" marL="0" marR="0" rtl="0" algn="ctr">
                <a:spcBef>
                  <a:spcPts val="0"/>
                </a:spcBef>
                <a:spcAft>
                  <a:spcPts val="0"/>
                </a:spcAft>
                <a:buClr>
                  <a:schemeClr val="dk1"/>
                </a:buClr>
                <a:buSzPts val="2456"/>
                <a:buFont typeface="Calibri"/>
                <a:buNone/>
              </a:pPr>
              <a:r>
                <a:t/>
              </a:r>
              <a:endParaRPr sz="2455">
                <a:solidFill>
                  <a:schemeClr val="lt1"/>
                </a:solidFill>
                <a:latin typeface="Calibri"/>
                <a:ea typeface="Calibri"/>
                <a:cs typeface="Calibri"/>
                <a:sym typeface="Calibri"/>
              </a:endParaRPr>
            </a:p>
          </p:txBody>
        </p:sp>
        <p:sp>
          <p:nvSpPr>
            <p:cNvPr id="143" name="Google Shape;143;p19"/>
            <p:cNvSpPr/>
            <p:nvPr/>
          </p:nvSpPr>
          <p:spPr>
            <a:xfrm>
              <a:off x="4645428" y="5293121"/>
              <a:ext cx="2657301" cy="689965"/>
            </a:xfrm>
            <a:prstGeom prst="rect">
              <a:avLst/>
            </a:prstGeom>
            <a:noFill/>
            <a:ln>
              <a:noFill/>
            </a:ln>
          </p:spPr>
          <p:txBody>
            <a:bodyPr anchorCtr="0" anchor="ctr" bIns="37400" lIns="74825" spcFirstLastPara="1" rIns="74825" wrap="square" tIns="37400">
              <a:noAutofit/>
            </a:bodyPr>
            <a:lstStyle/>
            <a:p>
              <a:pPr indent="0" lvl="0" marL="0" marR="0" rtl="0" algn="ctr">
                <a:spcBef>
                  <a:spcPts val="0"/>
                </a:spcBef>
                <a:spcAft>
                  <a:spcPts val="0"/>
                </a:spcAft>
                <a:buClr>
                  <a:schemeClr val="lt1"/>
                </a:buClr>
                <a:buSzPts val="1310"/>
                <a:buFont typeface="Arial"/>
                <a:buNone/>
              </a:pPr>
              <a:r>
                <a:rPr lang="en-GB" sz="1309">
                  <a:solidFill>
                    <a:schemeClr val="lt1"/>
                  </a:solidFill>
                  <a:latin typeface="Arial"/>
                  <a:ea typeface="Arial"/>
                  <a:cs typeface="Arial"/>
                  <a:sym typeface="Arial"/>
                </a:rPr>
                <a:t>Processing or computation</a:t>
              </a:r>
              <a:endParaRPr sz="1309">
                <a:solidFill>
                  <a:schemeClr val="lt1"/>
                </a:solidFill>
                <a:latin typeface="Arial"/>
                <a:ea typeface="Arial"/>
                <a:cs typeface="Arial"/>
                <a:sym typeface="Arial"/>
              </a:endParaRPr>
            </a:p>
          </p:txBody>
        </p:sp>
      </p:grpSp>
      <p:grpSp>
        <p:nvGrpSpPr>
          <p:cNvPr id="144" name="Google Shape;144;p19"/>
          <p:cNvGrpSpPr/>
          <p:nvPr/>
        </p:nvGrpSpPr>
        <p:grpSpPr>
          <a:xfrm>
            <a:off x="5736931" y="5584443"/>
            <a:ext cx="1439082" cy="999176"/>
            <a:chOff x="9506991" y="5004256"/>
            <a:chExt cx="2028304" cy="1238597"/>
          </a:xfrm>
        </p:grpSpPr>
        <p:sp>
          <p:nvSpPr>
            <p:cNvPr id="145" name="Google Shape;145;p19"/>
            <p:cNvSpPr/>
            <p:nvPr/>
          </p:nvSpPr>
          <p:spPr>
            <a:xfrm>
              <a:off x="9506991" y="5004256"/>
              <a:ext cx="2028304" cy="1238597"/>
            </a:xfrm>
            <a:prstGeom prst="rect">
              <a:avLst/>
            </a:prstGeom>
            <a:solidFill>
              <a:schemeClr val="accent6"/>
            </a:solidFill>
            <a:ln cap="flat" cmpd="sng" w="10400">
              <a:solidFill>
                <a:srgbClr val="31538F"/>
              </a:solidFill>
              <a:prstDash val="solid"/>
              <a:miter lim="800000"/>
              <a:headEnd len="sm" w="sm" type="none"/>
              <a:tailEnd len="sm" w="sm" type="none"/>
            </a:ln>
            <a:effectLst>
              <a:outerShdw blurRad="41580" rotWithShape="0" algn="bl" dir="18900000" dist="31185">
                <a:srgbClr val="000000">
                  <a:alpha val="40000"/>
                </a:srgbClr>
              </a:outerShdw>
            </a:effectLst>
          </p:spPr>
          <p:txBody>
            <a:bodyPr anchorCtr="0" anchor="ctr" bIns="37400" lIns="74825" spcFirstLastPara="1" rIns="74825" wrap="square" tIns="37400">
              <a:noAutofit/>
            </a:bodyPr>
            <a:lstStyle/>
            <a:p>
              <a:pPr indent="0" lvl="0" marL="0" marR="0" rtl="0" algn="ctr">
                <a:spcBef>
                  <a:spcPts val="0"/>
                </a:spcBef>
                <a:spcAft>
                  <a:spcPts val="0"/>
                </a:spcAft>
                <a:buClr>
                  <a:schemeClr val="dk1"/>
                </a:buClr>
                <a:buSzPts val="2456"/>
                <a:buFont typeface="Calibri"/>
                <a:buNone/>
              </a:pPr>
              <a:r>
                <a:t/>
              </a:r>
              <a:endParaRPr sz="2455">
                <a:solidFill>
                  <a:schemeClr val="lt1"/>
                </a:solidFill>
                <a:latin typeface="Calibri"/>
                <a:ea typeface="Calibri"/>
                <a:cs typeface="Calibri"/>
                <a:sym typeface="Calibri"/>
              </a:endParaRPr>
            </a:p>
          </p:txBody>
        </p:sp>
        <p:sp>
          <p:nvSpPr>
            <p:cNvPr id="146" name="Google Shape;146;p19"/>
            <p:cNvSpPr/>
            <p:nvPr/>
          </p:nvSpPr>
          <p:spPr>
            <a:xfrm>
              <a:off x="10012963" y="5450451"/>
              <a:ext cx="1312025" cy="473825"/>
            </a:xfrm>
            <a:prstGeom prst="rect">
              <a:avLst/>
            </a:prstGeom>
            <a:noFill/>
            <a:ln>
              <a:noFill/>
            </a:ln>
          </p:spPr>
          <p:txBody>
            <a:bodyPr anchorCtr="0" anchor="ctr" bIns="37400" lIns="74825" spcFirstLastPara="1" rIns="74825" wrap="square" tIns="37400">
              <a:noAutofit/>
            </a:bodyPr>
            <a:lstStyle/>
            <a:p>
              <a:pPr indent="0" lvl="0" marL="0" marR="0" rtl="0" algn="ctr">
                <a:spcBef>
                  <a:spcPts val="0"/>
                </a:spcBef>
                <a:spcAft>
                  <a:spcPts val="0"/>
                </a:spcAft>
                <a:buClr>
                  <a:schemeClr val="lt1"/>
                </a:buClr>
                <a:buSzPts val="1310"/>
                <a:buFont typeface="Arial"/>
                <a:buNone/>
              </a:pPr>
              <a:r>
                <a:rPr lang="en-GB" sz="1309">
                  <a:solidFill>
                    <a:schemeClr val="lt1"/>
                  </a:solidFill>
                  <a:latin typeface="Arial"/>
                  <a:ea typeface="Arial"/>
                  <a:cs typeface="Arial"/>
                  <a:sym typeface="Arial"/>
                </a:rPr>
                <a:t>Desired Output</a:t>
              </a:r>
              <a:endParaRPr sz="1309">
                <a:solidFill>
                  <a:schemeClr val="lt1"/>
                </a:solidFill>
                <a:latin typeface="Arial"/>
                <a:ea typeface="Arial"/>
                <a:cs typeface="Arial"/>
                <a:sym typeface="Arial"/>
              </a:endParaRPr>
            </a:p>
          </p:txBody>
        </p:sp>
      </p:grpSp>
      <p:sp>
        <p:nvSpPr>
          <p:cNvPr id="147" name="Google Shape;147;p19"/>
          <p:cNvSpPr/>
          <p:nvPr/>
        </p:nvSpPr>
        <p:spPr>
          <a:xfrm>
            <a:off x="1603956" y="6038374"/>
            <a:ext cx="864600" cy="312600"/>
          </a:xfrm>
          <a:prstGeom prst="rightArrow">
            <a:avLst>
              <a:gd fmla="val 50000" name="adj1"/>
              <a:gd fmla="val 50000" name="adj2"/>
            </a:avLst>
          </a:prstGeom>
          <a:solidFill>
            <a:schemeClr val="accent1"/>
          </a:solidFill>
          <a:ln cap="flat" cmpd="sng" w="10425">
            <a:solidFill>
              <a:srgbClr val="31538F"/>
            </a:solidFill>
            <a:prstDash val="solid"/>
            <a:miter lim="800000"/>
            <a:headEnd len="sm" w="sm" type="none"/>
            <a:tailEnd len="sm" w="sm" type="none"/>
          </a:ln>
        </p:spPr>
        <p:txBody>
          <a:bodyPr anchorCtr="0" anchor="ctr" bIns="37550" lIns="75125" spcFirstLastPara="1" rIns="75125" wrap="square" tIns="37550">
            <a:noAutofit/>
          </a:bodyPr>
          <a:lstStyle/>
          <a:p>
            <a:pPr indent="0" lvl="0" marL="0" marR="0" rtl="0" algn="ctr">
              <a:spcBef>
                <a:spcPts val="0"/>
              </a:spcBef>
              <a:spcAft>
                <a:spcPts val="0"/>
              </a:spcAft>
              <a:buClr>
                <a:schemeClr val="dk1"/>
              </a:buClr>
              <a:buSzPts val="1479"/>
              <a:buFont typeface="Calibri"/>
              <a:buNone/>
            </a:pPr>
            <a:r>
              <a:t/>
            </a:r>
            <a:endParaRPr sz="1479">
              <a:solidFill>
                <a:schemeClr val="lt1"/>
              </a:solidFill>
              <a:latin typeface="Calibri"/>
              <a:ea typeface="Calibri"/>
              <a:cs typeface="Calibri"/>
              <a:sym typeface="Calibri"/>
            </a:endParaRPr>
          </a:p>
        </p:txBody>
      </p:sp>
      <p:sp>
        <p:nvSpPr>
          <p:cNvPr id="148" name="Google Shape;148;p19"/>
          <p:cNvSpPr/>
          <p:nvPr/>
        </p:nvSpPr>
        <p:spPr>
          <a:xfrm>
            <a:off x="4684161" y="6003644"/>
            <a:ext cx="864600" cy="313200"/>
          </a:xfrm>
          <a:prstGeom prst="rightArrow">
            <a:avLst>
              <a:gd fmla="val 50000" name="adj1"/>
              <a:gd fmla="val 50000" name="adj2"/>
            </a:avLst>
          </a:prstGeom>
          <a:solidFill>
            <a:schemeClr val="accent1"/>
          </a:solidFill>
          <a:ln cap="flat" cmpd="sng" w="10425">
            <a:solidFill>
              <a:srgbClr val="31538F"/>
            </a:solidFill>
            <a:prstDash val="solid"/>
            <a:miter lim="800000"/>
            <a:headEnd len="sm" w="sm" type="none"/>
            <a:tailEnd len="sm" w="sm" type="none"/>
          </a:ln>
        </p:spPr>
        <p:txBody>
          <a:bodyPr anchorCtr="0" anchor="ctr" bIns="37550" lIns="75125" spcFirstLastPara="1" rIns="75125" wrap="square" tIns="37550">
            <a:noAutofit/>
          </a:bodyPr>
          <a:lstStyle/>
          <a:p>
            <a:pPr indent="0" lvl="0" marL="0" marR="0" rtl="0" algn="ctr">
              <a:spcBef>
                <a:spcPts val="0"/>
              </a:spcBef>
              <a:spcAft>
                <a:spcPts val="0"/>
              </a:spcAft>
              <a:buClr>
                <a:schemeClr val="dk1"/>
              </a:buClr>
              <a:buSzPts val="1479"/>
              <a:buFont typeface="Calibri"/>
              <a:buNone/>
            </a:pPr>
            <a:r>
              <a:t/>
            </a:r>
            <a:endParaRPr sz="1479">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20"/>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Example -1</a:t>
            </a:r>
            <a:endParaRPr/>
          </a:p>
        </p:txBody>
      </p:sp>
      <p:sp>
        <p:nvSpPr>
          <p:cNvPr id="154" name="Google Shape;154;p20"/>
          <p:cNvSpPr txBox="1"/>
          <p:nvPr>
            <p:ph idx="1" type="body"/>
          </p:nvPr>
        </p:nvSpPr>
        <p:spPr>
          <a:xfrm>
            <a:off x="2136371" y="1352404"/>
            <a:ext cx="9659389" cy="4824557"/>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000"/>
              <a:buFont typeface="Noto Sans Symbols"/>
              <a:buChar char="▪"/>
            </a:pPr>
            <a:r>
              <a:rPr b="1" lang="en-GB" sz="2000">
                <a:solidFill>
                  <a:schemeClr val="dk1"/>
                </a:solidFill>
                <a:latin typeface="Calibri"/>
                <a:ea typeface="Calibri"/>
                <a:cs typeface="Calibri"/>
                <a:sym typeface="Calibri"/>
              </a:rPr>
              <a:t>Write an algorithm to find the sum of two numbers.</a:t>
            </a:r>
            <a:endParaRPr/>
          </a:p>
          <a:p>
            <a:pPr indent="0" lvl="0" marL="114300" rtl="0" algn="l">
              <a:lnSpc>
                <a:spcPct val="150000"/>
              </a:lnSpc>
              <a:spcBef>
                <a:spcPts val="0"/>
              </a:spcBef>
              <a:spcAft>
                <a:spcPts val="0"/>
              </a:spcAft>
              <a:buClr>
                <a:srgbClr val="00B050"/>
              </a:buClr>
              <a:buSzPts val="3700"/>
              <a:buNone/>
            </a:pPr>
            <a:r>
              <a:rPr b="1" lang="en-GB">
                <a:solidFill>
                  <a:schemeClr val="dk1"/>
                </a:solidFill>
                <a:latin typeface="Calibri"/>
                <a:ea typeface="Calibri"/>
                <a:cs typeface="Calibri"/>
                <a:sym typeface="Calibri"/>
              </a:rPr>
              <a:t>	</a:t>
            </a:r>
            <a:endParaRPr b="1">
              <a:solidFill>
                <a:schemeClr val="dk1"/>
              </a:solidFill>
              <a:latin typeface="Calibri"/>
              <a:ea typeface="Calibri"/>
              <a:cs typeface="Calibri"/>
              <a:sym typeface="Calibri"/>
            </a:endParaRPr>
          </a:p>
          <a:p>
            <a:pPr indent="342900" lvl="0" marL="114300" rtl="0" algn="l">
              <a:lnSpc>
                <a:spcPct val="150000"/>
              </a:lnSpc>
              <a:spcBef>
                <a:spcPts val="0"/>
              </a:spcBef>
              <a:spcAft>
                <a:spcPts val="0"/>
              </a:spcAft>
              <a:buClr>
                <a:srgbClr val="00B050"/>
              </a:buClr>
              <a:buSzPts val="3700"/>
              <a:buNone/>
            </a:pPr>
            <a:r>
              <a:rPr b="1" lang="en-GB" sz="1600">
                <a:solidFill>
                  <a:srgbClr val="00B050"/>
                </a:solidFill>
              </a:rPr>
              <a:t>Step 1</a:t>
            </a:r>
            <a:r>
              <a:rPr b="1" lang="en-GB" sz="2000">
                <a:solidFill>
                  <a:srgbClr val="00B050"/>
                </a:solidFill>
              </a:rPr>
              <a:t>: </a:t>
            </a:r>
            <a:r>
              <a:rPr lang="en-GB" sz="1600"/>
              <a:t>Start</a:t>
            </a:r>
            <a:endParaRPr/>
          </a:p>
          <a:p>
            <a:pPr indent="0" lvl="1" marL="571500" rtl="0" algn="l">
              <a:lnSpc>
                <a:spcPct val="150000"/>
              </a:lnSpc>
              <a:spcBef>
                <a:spcPts val="1000"/>
              </a:spcBef>
              <a:spcAft>
                <a:spcPts val="0"/>
              </a:spcAft>
              <a:buClr>
                <a:srgbClr val="00B050"/>
              </a:buClr>
              <a:buSzPts val="3700"/>
              <a:buNone/>
            </a:pPr>
            <a:r>
              <a:rPr b="1" lang="en-GB" sz="1600">
                <a:solidFill>
                  <a:srgbClr val="00B050"/>
                </a:solidFill>
              </a:rPr>
              <a:t>	Step 2: </a:t>
            </a:r>
            <a:r>
              <a:rPr lang="en-GB" sz="1600"/>
              <a:t>Input two number and store it to num1 and num2</a:t>
            </a:r>
            <a:endParaRPr sz="1000"/>
          </a:p>
          <a:p>
            <a:pPr indent="0" lvl="1" marL="571500" rtl="0" algn="l">
              <a:lnSpc>
                <a:spcPct val="150000"/>
              </a:lnSpc>
              <a:spcBef>
                <a:spcPts val="1000"/>
              </a:spcBef>
              <a:spcAft>
                <a:spcPts val="0"/>
              </a:spcAft>
              <a:buClr>
                <a:srgbClr val="00B050"/>
              </a:buClr>
              <a:buSzPts val="3700"/>
              <a:buNone/>
            </a:pPr>
            <a:r>
              <a:rPr b="1" lang="en-GB" sz="1600">
                <a:solidFill>
                  <a:srgbClr val="00B050"/>
                </a:solidFill>
              </a:rPr>
              <a:t>	Step 3: </a:t>
            </a:r>
            <a:r>
              <a:rPr lang="en-GB" sz="1600"/>
              <a:t>Compute num1 + num2 and store it in addition</a:t>
            </a:r>
            <a:endParaRPr sz="1000"/>
          </a:p>
          <a:p>
            <a:pPr indent="0" lvl="1" marL="571500" rtl="0" algn="l">
              <a:lnSpc>
                <a:spcPct val="150000"/>
              </a:lnSpc>
              <a:spcBef>
                <a:spcPts val="1000"/>
              </a:spcBef>
              <a:spcAft>
                <a:spcPts val="0"/>
              </a:spcAft>
              <a:buClr>
                <a:srgbClr val="00B050"/>
              </a:buClr>
              <a:buSzPts val="3700"/>
              <a:buNone/>
            </a:pPr>
            <a:r>
              <a:rPr b="1" lang="en-GB" sz="1600">
                <a:solidFill>
                  <a:srgbClr val="00B050"/>
                </a:solidFill>
              </a:rPr>
              <a:t>	Step 4: </a:t>
            </a:r>
            <a:r>
              <a:rPr lang="en-GB" sz="1600"/>
              <a:t>Display addition</a:t>
            </a:r>
            <a:endParaRPr sz="1000"/>
          </a:p>
          <a:p>
            <a:pPr indent="457200" lvl="1" marL="0" rtl="0" algn="l">
              <a:lnSpc>
                <a:spcPct val="150000"/>
              </a:lnSpc>
              <a:spcBef>
                <a:spcPts val="1000"/>
              </a:spcBef>
              <a:spcAft>
                <a:spcPts val="0"/>
              </a:spcAft>
              <a:buClr>
                <a:srgbClr val="00B050"/>
              </a:buClr>
              <a:buSzPts val="3700"/>
              <a:buNone/>
            </a:pPr>
            <a:r>
              <a:rPr b="1" lang="en-GB" sz="1600">
                <a:solidFill>
                  <a:srgbClr val="00B050"/>
                </a:solidFill>
              </a:rPr>
              <a:t>Step 5: </a:t>
            </a:r>
            <a:r>
              <a:rPr lang="en-GB" sz="1600"/>
              <a:t>End</a:t>
            </a:r>
            <a:endParaRPr/>
          </a:p>
          <a:p>
            <a:pPr indent="0" lvl="1" marL="457200" rtl="0" algn="l">
              <a:lnSpc>
                <a:spcPct val="90000"/>
              </a:lnSpc>
              <a:spcBef>
                <a:spcPts val="500"/>
              </a:spcBef>
              <a:spcAft>
                <a:spcPts val="0"/>
              </a:spcAft>
              <a:buClr>
                <a:schemeClr val="dk1"/>
              </a:buClr>
              <a:buSzPts val="2000"/>
              <a:buNone/>
            </a:pPr>
            <a:r>
              <a:t/>
            </a:r>
            <a:endParaRPr/>
          </a:p>
          <a:p>
            <a:pPr indent="0" lvl="1" marL="457200" rtl="0" algn="l">
              <a:lnSpc>
                <a:spcPct val="90000"/>
              </a:lnSpc>
              <a:spcBef>
                <a:spcPts val="500"/>
              </a:spcBef>
              <a:spcAft>
                <a:spcPts val="0"/>
              </a:spcAft>
              <a:buClr>
                <a:schemeClr val="dk1"/>
              </a:buClr>
              <a:buSzPts val="2000"/>
              <a:buNone/>
            </a:pPr>
            <a:r>
              <a:t/>
            </a:r>
            <a:endParaRPr/>
          </a:p>
        </p:txBody>
      </p:sp>
      <p:sp>
        <p:nvSpPr>
          <p:cNvPr id="155" name="Google Shape;155;p20"/>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lang="en-GB" sz="1200"/>
              <a:t>Example and Exercise</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21"/>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sz="2800" u="sng">
                <a:solidFill>
                  <a:srgbClr val="00B050"/>
                </a:solidFill>
              </a:rPr>
              <a:t>For You</a:t>
            </a:r>
            <a:endParaRPr u="sng">
              <a:solidFill>
                <a:srgbClr val="00B050"/>
              </a:solidFill>
            </a:endParaRPr>
          </a:p>
        </p:txBody>
      </p:sp>
      <p:sp>
        <p:nvSpPr>
          <p:cNvPr id="161" name="Google Shape;161;p21"/>
          <p:cNvSpPr txBox="1"/>
          <p:nvPr>
            <p:ph idx="1" type="body"/>
          </p:nvPr>
        </p:nvSpPr>
        <p:spPr>
          <a:xfrm>
            <a:off x="2061557" y="1577758"/>
            <a:ext cx="9659389" cy="4824557"/>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000"/>
              <a:buFont typeface="Noto Sans Symbols"/>
              <a:buChar char="▪"/>
            </a:pPr>
            <a:r>
              <a:rPr b="1" lang="en-GB" sz="2000">
                <a:solidFill>
                  <a:schemeClr val="dk1"/>
                </a:solidFill>
              </a:rPr>
              <a:t>Write an algorithm to compute square of a number</a:t>
            </a:r>
            <a:endParaRPr/>
          </a:p>
          <a:p>
            <a:pPr indent="342900" lvl="0" marL="114300" rtl="0" algn="l">
              <a:lnSpc>
                <a:spcPct val="150000"/>
              </a:lnSpc>
              <a:spcBef>
                <a:spcPts val="0"/>
              </a:spcBef>
              <a:spcAft>
                <a:spcPts val="0"/>
              </a:spcAft>
              <a:buClr>
                <a:srgbClr val="00B050"/>
              </a:buClr>
              <a:buSzPts val="3700"/>
              <a:buNone/>
            </a:pPr>
            <a:r>
              <a:t/>
            </a:r>
            <a:endParaRPr b="1" sz="1600">
              <a:solidFill>
                <a:srgbClr val="00B050"/>
              </a:solidFill>
            </a:endParaRPr>
          </a:p>
          <a:p>
            <a:pPr indent="342900" lvl="0" marL="114300" rtl="0" algn="l">
              <a:lnSpc>
                <a:spcPct val="150000"/>
              </a:lnSpc>
              <a:spcBef>
                <a:spcPts val="0"/>
              </a:spcBef>
              <a:spcAft>
                <a:spcPts val="0"/>
              </a:spcAft>
              <a:buClr>
                <a:srgbClr val="00B050"/>
              </a:buClr>
              <a:buSzPts val="3700"/>
              <a:buNone/>
            </a:pPr>
            <a:r>
              <a:rPr b="1" lang="en-GB" sz="1600">
                <a:solidFill>
                  <a:srgbClr val="00B050"/>
                </a:solidFill>
              </a:rPr>
              <a:t>Step 1</a:t>
            </a:r>
            <a:r>
              <a:rPr b="1" lang="en-GB" sz="2000">
                <a:solidFill>
                  <a:srgbClr val="00B050"/>
                </a:solidFill>
              </a:rPr>
              <a:t>: </a:t>
            </a:r>
            <a:r>
              <a:rPr lang="en-GB" sz="1600"/>
              <a:t>Start</a:t>
            </a:r>
            <a:endParaRPr/>
          </a:p>
          <a:p>
            <a:pPr indent="0" lvl="1" marL="571500" rtl="0" algn="l">
              <a:lnSpc>
                <a:spcPct val="150000"/>
              </a:lnSpc>
              <a:spcBef>
                <a:spcPts val="1000"/>
              </a:spcBef>
              <a:spcAft>
                <a:spcPts val="0"/>
              </a:spcAft>
              <a:buClr>
                <a:srgbClr val="00B050"/>
              </a:buClr>
              <a:buSzPts val="3700"/>
              <a:buNone/>
            </a:pPr>
            <a:r>
              <a:rPr b="1" lang="en-GB" sz="1600">
                <a:solidFill>
                  <a:srgbClr val="00B050"/>
                </a:solidFill>
              </a:rPr>
              <a:t>	Step 2: </a:t>
            </a:r>
            <a:r>
              <a:rPr lang="en-GB" sz="1600"/>
              <a:t>Input a number and store it to num1</a:t>
            </a:r>
            <a:endParaRPr sz="1000"/>
          </a:p>
          <a:p>
            <a:pPr indent="0" lvl="1" marL="571500" rtl="0" algn="l">
              <a:lnSpc>
                <a:spcPct val="150000"/>
              </a:lnSpc>
              <a:spcBef>
                <a:spcPts val="1000"/>
              </a:spcBef>
              <a:spcAft>
                <a:spcPts val="0"/>
              </a:spcAft>
              <a:buClr>
                <a:srgbClr val="00B050"/>
              </a:buClr>
              <a:buSzPts val="3700"/>
              <a:buNone/>
            </a:pPr>
            <a:r>
              <a:rPr b="1" lang="en-GB" sz="1600">
                <a:solidFill>
                  <a:srgbClr val="00B050"/>
                </a:solidFill>
              </a:rPr>
              <a:t>	Step 3: </a:t>
            </a:r>
            <a:r>
              <a:rPr lang="en-GB" sz="1600"/>
              <a:t>Compute num1* num1 and store it in square</a:t>
            </a:r>
            <a:endParaRPr sz="1000"/>
          </a:p>
          <a:p>
            <a:pPr indent="0" lvl="1" marL="571500" rtl="0" algn="l">
              <a:lnSpc>
                <a:spcPct val="150000"/>
              </a:lnSpc>
              <a:spcBef>
                <a:spcPts val="1000"/>
              </a:spcBef>
              <a:spcAft>
                <a:spcPts val="0"/>
              </a:spcAft>
              <a:buClr>
                <a:srgbClr val="00B050"/>
              </a:buClr>
              <a:buSzPts val="3700"/>
              <a:buNone/>
            </a:pPr>
            <a:r>
              <a:rPr b="1" lang="en-GB" sz="1600">
                <a:solidFill>
                  <a:srgbClr val="00B050"/>
                </a:solidFill>
              </a:rPr>
              <a:t>	Step 4: </a:t>
            </a:r>
            <a:r>
              <a:rPr lang="en-GB" sz="1600"/>
              <a:t>Display square</a:t>
            </a:r>
            <a:endParaRPr sz="1000"/>
          </a:p>
          <a:p>
            <a:pPr indent="457200" lvl="1" marL="0" rtl="0" algn="l">
              <a:lnSpc>
                <a:spcPct val="150000"/>
              </a:lnSpc>
              <a:spcBef>
                <a:spcPts val="1000"/>
              </a:spcBef>
              <a:spcAft>
                <a:spcPts val="0"/>
              </a:spcAft>
              <a:buClr>
                <a:srgbClr val="00B050"/>
              </a:buClr>
              <a:buSzPts val="3700"/>
              <a:buNone/>
            </a:pPr>
            <a:r>
              <a:rPr b="1" lang="en-GB" sz="1600">
                <a:solidFill>
                  <a:srgbClr val="00B050"/>
                </a:solidFill>
              </a:rPr>
              <a:t>Step 5: </a:t>
            </a:r>
            <a:r>
              <a:rPr lang="en-GB" sz="1600"/>
              <a:t>End</a:t>
            </a:r>
            <a:endParaRPr/>
          </a:p>
          <a:p>
            <a:pPr indent="0" lvl="1" marL="457200" rtl="0" algn="l">
              <a:lnSpc>
                <a:spcPct val="90000"/>
              </a:lnSpc>
              <a:spcBef>
                <a:spcPts val="500"/>
              </a:spcBef>
              <a:spcAft>
                <a:spcPts val="0"/>
              </a:spcAft>
              <a:buClr>
                <a:schemeClr val="dk1"/>
              </a:buClr>
              <a:buSzPts val="2000"/>
              <a:buNone/>
            </a:pPr>
            <a:r>
              <a:t/>
            </a:r>
            <a:endParaRPr/>
          </a:p>
          <a:p>
            <a:pPr indent="0" lvl="1" marL="457200" rtl="0" algn="l">
              <a:lnSpc>
                <a:spcPct val="90000"/>
              </a:lnSpc>
              <a:spcBef>
                <a:spcPts val="500"/>
              </a:spcBef>
              <a:spcAft>
                <a:spcPts val="0"/>
              </a:spcAft>
              <a:buClr>
                <a:schemeClr val="dk1"/>
              </a:buClr>
              <a:buSzPts val="2000"/>
              <a:buNone/>
            </a:pPr>
            <a:r>
              <a:t/>
            </a:r>
            <a:endParaRPr/>
          </a:p>
        </p:txBody>
      </p:sp>
      <p:sp>
        <p:nvSpPr>
          <p:cNvPr id="162" name="Google Shape;162;p21"/>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lang="en-GB" sz="1200"/>
              <a:t>Example and Exercise</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 name="Shape 166"/>
        <p:cNvGrpSpPr/>
        <p:nvPr/>
      </p:nvGrpSpPr>
      <p:grpSpPr>
        <a:xfrm>
          <a:off x="0" y="0"/>
          <a:ext cx="0" cy="0"/>
          <a:chOff x="0" y="0"/>
          <a:chExt cx="0" cy="0"/>
        </a:xfrm>
      </p:grpSpPr>
      <p:pic>
        <p:nvPicPr>
          <p:cNvPr descr="How to define &quot; Algorithm &quot;? : r/ProgrammerHumor" id="167" name="Google Shape;167;p22"/>
          <p:cNvPicPr preferRelativeResize="0"/>
          <p:nvPr/>
        </p:nvPicPr>
        <p:blipFill rotWithShape="1">
          <a:blip r:embed="rId3">
            <a:alphaModFix/>
          </a:blip>
          <a:srcRect b="0" l="0" r="0" t="0"/>
          <a:stretch/>
        </p:blipFill>
        <p:spPr>
          <a:xfrm>
            <a:off x="1377547" y="1202699"/>
            <a:ext cx="4737303" cy="4737303"/>
          </a:xfrm>
          <a:prstGeom prst="rect">
            <a:avLst/>
          </a:prstGeom>
          <a:noFill/>
          <a:ln>
            <a:noFill/>
          </a:ln>
        </p:spPr>
      </p:pic>
      <p:pic>
        <p:nvPicPr>
          <p:cNvPr descr="Best 😆 Laughing GIFs - find &amp; share on Gifer" id="168" name="Google Shape;168;p22"/>
          <p:cNvPicPr preferRelativeResize="0"/>
          <p:nvPr/>
        </p:nvPicPr>
        <p:blipFill rotWithShape="1">
          <a:blip r:embed="rId4">
            <a:alphaModFix/>
          </a:blip>
          <a:srcRect b="0" l="0" r="0" t="0"/>
          <a:stretch/>
        </p:blipFill>
        <p:spPr>
          <a:xfrm>
            <a:off x="6905510" y="2082281"/>
            <a:ext cx="2737254" cy="25867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2" name="Shape 172"/>
        <p:cNvGrpSpPr/>
        <p:nvPr/>
      </p:nvGrpSpPr>
      <p:grpSpPr>
        <a:xfrm>
          <a:off x="0" y="0"/>
          <a:ext cx="0" cy="0"/>
          <a:chOff x="0" y="0"/>
          <a:chExt cx="0" cy="0"/>
        </a:xfrm>
      </p:grpSpPr>
      <p:sp>
        <p:nvSpPr>
          <p:cNvPr id="173" name="Google Shape;173;p23"/>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Pseudocode</a:t>
            </a:r>
            <a:endParaRPr/>
          </a:p>
        </p:txBody>
      </p:sp>
      <p:sp>
        <p:nvSpPr>
          <p:cNvPr id="174" name="Google Shape;174;p23"/>
          <p:cNvSpPr txBox="1"/>
          <p:nvPr>
            <p:ph idx="1" type="body"/>
          </p:nvPr>
        </p:nvSpPr>
        <p:spPr>
          <a:xfrm>
            <a:off x="2061557" y="1577758"/>
            <a:ext cx="9659389" cy="4824557"/>
          </a:xfrm>
          <a:prstGeom prst="rect">
            <a:avLst/>
          </a:prstGeom>
          <a:noFill/>
          <a:ln>
            <a:noFill/>
          </a:ln>
        </p:spPr>
        <p:txBody>
          <a:bodyPr anchorCtr="0" anchor="t" bIns="45700" lIns="91425" spcFirstLastPara="1" rIns="91425" wrap="square" tIns="45700">
            <a:normAutofit/>
          </a:bodyPr>
          <a:lstStyle/>
          <a:p>
            <a:pPr indent="-228600" lvl="1" marL="685800" rtl="0" algn="l">
              <a:lnSpc>
                <a:spcPct val="100000"/>
              </a:lnSpc>
              <a:spcBef>
                <a:spcPts val="0"/>
              </a:spcBef>
              <a:spcAft>
                <a:spcPts val="0"/>
              </a:spcAft>
              <a:buClr>
                <a:schemeClr val="dk1"/>
              </a:buClr>
              <a:buSzPts val="2000"/>
              <a:buFont typeface="Noto Sans Symbols"/>
              <a:buChar char="▪"/>
            </a:pPr>
            <a:r>
              <a:rPr b="0" i="0" lang="en-GB"/>
              <a:t>A pseudo code is an </a:t>
            </a:r>
            <a:r>
              <a:rPr b="0" i="0" lang="en-GB">
                <a:solidFill>
                  <a:srgbClr val="00B050"/>
                </a:solidFill>
              </a:rPr>
              <a:t>informal way</a:t>
            </a:r>
            <a:r>
              <a:rPr b="0" i="0" lang="en-GB"/>
              <a:t> to describe a program</a:t>
            </a:r>
            <a:endParaRPr/>
          </a:p>
          <a:p>
            <a:pPr indent="-228600" lvl="1" marL="685800" rtl="0" algn="l">
              <a:lnSpc>
                <a:spcPct val="100000"/>
              </a:lnSpc>
              <a:spcBef>
                <a:spcPts val="500"/>
              </a:spcBef>
              <a:spcAft>
                <a:spcPts val="0"/>
              </a:spcAft>
              <a:buClr>
                <a:schemeClr val="dk1"/>
              </a:buClr>
              <a:buSzPts val="2000"/>
              <a:buFont typeface="Noto Sans Symbols"/>
              <a:buChar char="▪"/>
            </a:pPr>
            <a:r>
              <a:rPr b="0" i="0" lang="en-GB"/>
              <a:t>Pseudo code is </a:t>
            </a:r>
            <a:r>
              <a:rPr b="0" i="0" lang="en-GB">
                <a:solidFill>
                  <a:srgbClr val="00B050"/>
                </a:solidFill>
              </a:rPr>
              <a:t>not a computer program</a:t>
            </a:r>
            <a:endParaRPr/>
          </a:p>
          <a:p>
            <a:pPr indent="-228600" lvl="1" marL="685800" rtl="0" algn="l">
              <a:lnSpc>
                <a:spcPct val="100000"/>
              </a:lnSpc>
              <a:spcBef>
                <a:spcPts val="500"/>
              </a:spcBef>
              <a:spcAft>
                <a:spcPts val="0"/>
              </a:spcAft>
              <a:buClr>
                <a:schemeClr val="dk1"/>
              </a:buClr>
              <a:buSzPts val="2000"/>
              <a:buFont typeface="Noto Sans Symbols"/>
              <a:buChar char="▪"/>
            </a:pPr>
            <a:r>
              <a:rPr b="0" i="0" lang="en-GB"/>
              <a:t>Pseudo code can use </a:t>
            </a:r>
            <a:r>
              <a:rPr b="0" i="0" lang="en-GB">
                <a:solidFill>
                  <a:srgbClr val="00B050"/>
                </a:solidFill>
              </a:rPr>
              <a:t>natural language </a:t>
            </a:r>
            <a:r>
              <a:rPr b="0" i="0" lang="en-GB"/>
              <a:t>or </a:t>
            </a:r>
            <a:r>
              <a:rPr b="0" i="0" lang="en-GB">
                <a:solidFill>
                  <a:srgbClr val="00B050"/>
                </a:solidFill>
              </a:rPr>
              <a:t>mathematical notation</a:t>
            </a:r>
            <a:endParaRPr/>
          </a:p>
          <a:p>
            <a:pPr indent="-228600" lvl="1" marL="685800" rtl="0" algn="l">
              <a:lnSpc>
                <a:spcPct val="100000"/>
              </a:lnSpc>
              <a:spcBef>
                <a:spcPts val="500"/>
              </a:spcBef>
              <a:spcAft>
                <a:spcPts val="0"/>
              </a:spcAft>
              <a:buClr>
                <a:schemeClr val="dk1"/>
              </a:buClr>
              <a:buSzPts val="2000"/>
              <a:buFont typeface="Noto Sans Symbols"/>
              <a:buChar char="▪"/>
            </a:pPr>
            <a:r>
              <a:rPr b="0" i="0" lang="en-GB"/>
              <a:t>It is a </a:t>
            </a:r>
            <a:r>
              <a:rPr b="0" i="0" lang="en-GB">
                <a:solidFill>
                  <a:srgbClr val="00B050"/>
                </a:solidFill>
              </a:rPr>
              <a:t>rough sketch </a:t>
            </a:r>
            <a:r>
              <a:rPr b="0" i="0" lang="en-GB"/>
              <a:t>of the actual program</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Pseudocode begin with a </a:t>
            </a:r>
            <a:r>
              <a:rPr lang="en-GB">
                <a:solidFill>
                  <a:srgbClr val="00B050"/>
                </a:solidFill>
              </a:rPr>
              <a:t>START</a:t>
            </a:r>
            <a:r>
              <a:rPr lang="en-GB"/>
              <a:t> and ends with </a:t>
            </a:r>
            <a:r>
              <a:rPr lang="en-GB">
                <a:solidFill>
                  <a:srgbClr val="00B050"/>
                </a:solidFill>
              </a:rPr>
              <a:t>END</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The algorithm goes in between.</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You will need to </a:t>
            </a:r>
            <a:r>
              <a:rPr lang="en-GB">
                <a:solidFill>
                  <a:srgbClr val="00B050"/>
                </a:solidFill>
              </a:rPr>
              <a:t>DECOMPOSE</a:t>
            </a:r>
            <a:r>
              <a:rPr lang="en-GB"/>
              <a:t> the problem set in the question to work out what comes in between</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Pseudocode and their statements</a:t>
            </a:r>
            <a:endParaRPr/>
          </a:p>
          <a:p>
            <a:pPr indent="-228600" lvl="2" marL="1143000" rtl="0" algn="l">
              <a:lnSpc>
                <a:spcPct val="90000"/>
              </a:lnSpc>
              <a:spcBef>
                <a:spcPts val="500"/>
              </a:spcBef>
              <a:spcAft>
                <a:spcPts val="0"/>
              </a:spcAft>
              <a:buClr>
                <a:schemeClr val="dk1"/>
              </a:buClr>
              <a:buSzPts val="1600"/>
              <a:buFont typeface="Noto Sans Symbols"/>
              <a:buChar char="▪"/>
            </a:pPr>
            <a:r>
              <a:rPr b="1" lang="en-GB">
                <a:latin typeface="Courier New"/>
                <a:ea typeface="Courier New"/>
                <a:cs typeface="Courier New"/>
                <a:sym typeface="Courier New"/>
              </a:rPr>
              <a:t>START</a:t>
            </a:r>
            <a:endParaRPr/>
          </a:p>
          <a:p>
            <a:pPr indent="-228600" lvl="2" marL="1143000" rtl="0" algn="l">
              <a:lnSpc>
                <a:spcPct val="90000"/>
              </a:lnSpc>
              <a:spcBef>
                <a:spcPts val="500"/>
              </a:spcBef>
              <a:spcAft>
                <a:spcPts val="0"/>
              </a:spcAft>
              <a:buClr>
                <a:schemeClr val="dk1"/>
              </a:buClr>
              <a:buSzPts val="1600"/>
              <a:buFont typeface="Noto Sans Symbols"/>
              <a:buChar char="▪"/>
            </a:pPr>
            <a:r>
              <a:rPr b="1" lang="en-GB">
                <a:latin typeface="Courier New"/>
                <a:ea typeface="Courier New"/>
                <a:cs typeface="Courier New"/>
                <a:sym typeface="Courier New"/>
              </a:rPr>
              <a:t>……………………………</a:t>
            </a:r>
            <a:endParaRPr/>
          </a:p>
          <a:p>
            <a:pPr indent="-228600" lvl="2" marL="1143000" rtl="0" algn="l">
              <a:lnSpc>
                <a:spcPct val="90000"/>
              </a:lnSpc>
              <a:spcBef>
                <a:spcPts val="500"/>
              </a:spcBef>
              <a:spcAft>
                <a:spcPts val="0"/>
              </a:spcAft>
              <a:buClr>
                <a:schemeClr val="dk1"/>
              </a:buClr>
              <a:buSzPts val="1600"/>
              <a:buFont typeface="Noto Sans Symbols"/>
              <a:buChar char="▪"/>
            </a:pPr>
            <a:r>
              <a:rPr b="1" lang="en-GB">
                <a:latin typeface="Courier New"/>
                <a:ea typeface="Courier New"/>
                <a:cs typeface="Courier New"/>
                <a:sym typeface="Courier New"/>
              </a:rPr>
              <a:t>END</a:t>
            </a:r>
            <a:endParaRPr b="1" i="0"/>
          </a:p>
          <a:p>
            <a:pPr indent="0" lvl="2" marL="914400" rtl="0" algn="l">
              <a:lnSpc>
                <a:spcPct val="90000"/>
              </a:lnSpc>
              <a:spcBef>
                <a:spcPts val="500"/>
              </a:spcBef>
              <a:spcAft>
                <a:spcPts val="0"/>
              </a:spcAft>
              <a:buClr>
                <a:schemeClr val="dk1"/>
              </a:buClr>
              <a:buSzPts val="1600"/>
              <a:buNone/>
            </a:pPr>
            <a:r>
              <a:t/>
            </a:r>
            <a:endParaRPr/>
          </a:p>
          <a:p>
            <a:pPr indent="0" lvl="2" marL="914400" rtl="0" algn="l">
              <a:lnSpc>
                <a:spcPct val="90000"/>
              </a:lnSpc>
              <a:spcBef>
                <a:spcPts val="500"/>
              </a:spcBef>
              <a:spcAft>
                <a:spcPts val="0"/>
              </a:spcAft>
              <a:buClr>
                <a:schemeClr val="dk1"/>
              </a:buClr>
              <a:buSzPts val="1600"/>
              <a:buNone/>
            </a:pPr>
            <a:r>
              <a:t/>
            </a:r>
            <a:endParaRPr/>
          </a:p>
        </p:txBody>
      </p:sp>
      <p:sp>
        <p:nvSpPr>
          <p:cNvPr id="175" name="Google Shape;175;p23"/>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lang="en-GB" sz="1200"/>
              <a:t>Pseudocode</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p24"/>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Pseudocode Keywords</a:t>
            </a:r>
            <a:endParaRPr u="sng">
              <a:solidFill>
                <a:srgbClr val="00B050"/>
              </a:solidFill>
            </a:endParaRPr>
          </a:p>
        </p:txBody>
      </p:sp>
      <p:sp>
        <p:nvSpPr>
          <p:cNvPr id="181" name="Google Shape;181;p24"/>
          <p:cNvSpPr txBox="1"/>
          <p:nvPr>
            <p:ph idx="1" type="body"/>
          </p:nvPr>
        </p:nvSpPr>
        <p:spPr>
          <a:xfrm>
            <a:off x="2061557" y="1577758"/>
            <a:ext cx="9659389" cy="4824557"/>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000"/>
              <a:buFont typeface="Noto Sans Symbols"/>
              <a:buChar char="▪"/>
            </a:pPr>
            <a:r>
              <a:rPr lang="en-GB" sz="2000">
                <a:solidFill>
                  <a:schemeClr val="dk1"/>
                </a:solidFill>
              </a:rPr>
              <a:t>Some of the frequently used keywords while writing pseudo-code: </a:t>
            </a:r>
            <a:endParaRPr/>
          </a:p>
          <a:p>
            <a:pPr indent="-228600" lvl="1" marL="685800" rtl="0" algn="l">
              <a:lnSpc>
                <a:spcPct val="90000"/>
              </a:lnSpc>
              <a:spcBef>
                <a:spcPts val="500"/>
              </a:spcBef>
              <a:spcAft>
                <a:spcPts val="0"/>
              </a:spcAft>
              <a:buClr>
                <a:schemeClr val="dk1"/>
              </a:buClr>
              <a:buSzPts val="2000"/>
              <a:buFont typeface="Noto Sans Symbols"/>
              <a:buChar char="▪"/>
            </a:pPr>
            <a:r>
              <a:rPr b="1" lang="en-GB"/>
              <a:t>INPUTS:</a:t>
            </a:r>
            <a:endParaRPr/>
          </a:p>
          <a:p>
            <a:pPr indent="-228600" lvl="2" marL="1143000" rtl="0" algn="l">
              <a:lnSpc>
                <a:spcPct val="90000"/>
              </a:lnSpc>
              <a:spcBef>
                <a:spcPts val="500"/>
              </a:spcBef>
              <a:spcAft>
                <a:spcPts val="0"/>
              </a:spcAft>
              <a:buClr>
                <a:schemeClr val="dk1"/>
              </a:buClr>
              <a:buSzPts val="1600"/>
              <a:buChar char="•"/>
            </a:pPr>
            <a:r>
              <a:rPr lang="en-GB"/>
              <a:t>READ</a:t>
            </a:r>
            <a:endParaRPr/>
          </a:p>
          <a:p>
            <a:pPr indent="-228600" lvl="2" marL="1143000" rtl="0" algn="l">
              <a:lnSpc>
                <a:spcPct val="90000"/>
              </a:lnSpc>
              <a:spcBef>
                <a:spcPts val="500"/>
              </a:spcBef>
              <a:spcAft>
                <a:spcPts val="0"/>
              </a:spcAft>
              <a:buClr>
                <a:schemeClr val="dk1"/>
              </a:buClr>
              <a:buSzPts val="1600"/>
              <a:buChar char="•"/>
            </a:pPr>
            <a:r>
              <a:rPr lang="en-GB"/>
              <a:t>OBTAIN</a:t>
            </a:r>
            <a:endParaRPr/>
          </a:p>
          <a:p>
            <a:pPr indent="-228600" lvl="2" marL="1143000" rtl="0" algn="l">
              <a:lnSpc>
                <a:spcPct val="90000"/>
              </a:lnSpc>
              <a:spcBef>
                <a:spcPts val="500"/>
              </a:spcBef>
              <a:spcAft>
                <a:spcPts val="0"/>
              </a:spcAft>
              <a:buClr>
                <a:schemeClr val="dk1"/>
              </a:buClr>
              <a:buSzPts val="1600"/>
              <a:buChar char="•"/>
            </a:pPr>
            <a:r>
              <a:rPr lang="en-GB"/>
              <a:t>GET</a:t>
            </a:r>
            <a:endParaRPr/>
          </a:p>
          <a:p>
            <a:pPr indent="-228600" lvl="2" marL="1143000" rtl="0" algn="l">
              <a:lnSpc>
                <a:spcPct val="90000"/>
              </a:lnSpc>
              <a:spcBef>
                <a:spcPts val="500"/>
              </a:spcBef>
              <a:spcAft>
                <a:spcPts val="0"/>
              </a:spcAft>
              <a:buClr>
                <a:schemeClr val="dk1"/>
              </a:buClr>
              <a:buSzPts val="1600"/>
              <a:buChar char="•"/>
            </a:pPr>
            <a:r>
              <a:rPr lang="en-GB"/>
              <a:t>INPUT</a:t>
            </a:r>
            <a:endParaRPr/>
          </a:p>
          <a:p>
            <a:pPr indent="0" lvl="1" marL="457200" rtl="0" algn="l">
              <a:lnSpc>
                <a:spcPct val="90000"/>
              </a:lnSpc>
              <a:spcBef>
                <a:spcPts val="500"/>
              </a:spcBef>
              <a:spcAft>
                <a:spcPts val="0"/>
              </a:spcAft>
              <a:buClr>
                <a:schemeClr val="dk1"/>
              </a:buClr>
              <a:buSzPts val="2000"/>
              <a:buNone/>
            </a:pPr>
            <a:r>
              <a:t/>
            </a:r>
            <a:endParaRPr b="1"/>
          </a:p>
          <a:p>
            <a:pPr indent="-228600" lvl="1" marL="685800" rtl="0" algn="l">
              <a:lnSpc>
                <a:spcPct val="90000"/>
              </a:lnSpc>
              <a:spcBef>
                <a:spcPts val="500"/>
              </a:spcBef>
              <a:spcAft>
                <a:spcPts val="0"/>
              </a:spcAft>
              <a:buClr>
                <a:schemeClr val="dk1"/>
              </a:buClr>
              <a:buSzPts val="2000"/>
              <a:buFont typeface="Noto Sans Symbols"/>
              <a:buChar char="▪"/>
            </a:pPr>
            <a:r>
              <a:rPr b="1" lang="en-GB"/>
              <a:t>OUTPUTS:</a:t>
            </a:r>
            <a:endParaRPr/>
          </a:p>
          <a:p>
            <a:pPr indent="-228600" lvl="2" marL="1143000" rtl="0" algn="l">
              <a:lnSpc>
                <a:spcPct val="90000"/>
              </a:lnSpc>
              <a:spcBef>
                <a:spcPts val="500"/>
              </a:spcBef>
              <a:spcAft>
                <a:spcPts val="0"/>
              </a:spcAft>
              <a:buClr>
                <a:schemeClr val="dk1"/>
              </a:buClr>
              <a:buSzPts val="1600"/>
              <a:buChar char="•"/>
            </a:pPr>
            <a:r>
              <a:rPr lang="en-GB"/>
              <a:t>PRINT</a:t>
            </a:r>
            <a:endParaRPr/>
          </a:p>
          <a:p>
            <a:pPr indent="-228600" lvl="2" marL="1143000" rtl="0" algn="l">
              <a:lnSpc>
                <a:spcPct val="90000"/>
              </a:lnSpc>
              <a:spcBef>
                <a:spcPts val="500"/>
              </a:spcBef>
              <a:spcAft>
                <a:spcPts val="0"/>
              </a:spcAft>
              <a:buClr>
                <a:schemeClr val="dk1"/>
              </a:buClr>
              <a:buSzPts val="1600"/>
              <a:buChar char="•"/>
            </a:pPr>
            <a:r>
              <a:rPr lang="en-GB"/>
              <a:t>DISPLAY</a:t>
            </a:r>
            <a:endParaRPr/>
          </a:p>
          <a:p>
            <a:pPr indent="-228600" lvl="2" marL="1143000" rtl="0" algn="l">
              <a:lnSpc>
                <a:spcPct val="90000"/>
              </a:lnSpc>
              <a:spcBef>
                <a:spcPts val="500"/>
              </a:spcBef>
              <a:spcAft>
                <a:spcPts val="0"/>
              </a:spcAft>
              <a:buClr>
                <a:schemeClr val="dk1"/>
              </a:buClr>
              <a:buSzPts val="1600"/>
              <a:buChar char="•"/>
            </a:pPr>
            <a:r>
              <a:rPr lang="en-GB"/>
              <a:t>SHOW</a:t>
            </a:r>
            <a:endParaRPr/>
          </a:p>
          <a:p>
            <a:pPr indent="-228600" lvl="2" marL="1143000" rtl="0" algn="l">
              <a:lnSpc>
                <a:spcPct val="90000"/>
              </a:lnSpc>
              <a:spcBef>
                <a:spcPts val="500"/>
              </a:spcBef>
              <a:spcAft>
                <a:spcPts val="0"/>
              </a:spcAft>
              <a:buClr>
                <a:schemeClr val="dk1"/>
              </a:buClr>
              <a:buSzPts val="1600"/>
              <a:buChar char="•"/>
            </a:pPr>
            <a:r>
              <a:rPr lang="en-GB"/>
              <a:t>OUTPUT</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Usually, a programmer will </a:t>
            </a:r>
            <a:r>
              <a:rPr lang="en-GB">
                <a:solidFill>
                  <a:srgbClr val="00B050"/>
                </a:solidFill>
              </a:rPr>
              <a:t>choose one </a:t>
            </a:r>
            <a:r>
              <a:rPr lang="en-GB"/>
              <a:t>and </a:t>
            </a:r>
            <a:r>
              <a:rPr lang="en-GB">
                <a:solidFill>
                  <a:srgbClr val="00B050"/>
                </a:solidFill>
              </a:rPr>
              <a:t>stick with it throughout </a:t>
            </a:r>
            <a:r>
              <a:rPr lang="en-GB"/>
              <a:t>their algorithm.</a:t>
            </a:r>
            <a:endParaRPr/>
          </a:p>
          <a:p>
            <a:pPr indent="0" lvl="1" marL="457200" rtl="0" algn="l">
              <a:lnSpc>
                <a:spcPct val="90000"/>
              </a:lnSpc>
              <a:spcBef>
                <a:spcPts val="500"/>
              </a:spcBef>
              <a:spcAft>
                <a:spcPts val="0"/>
              </a:spcAft>
              <a:buClr>
                <a:schemeClr val="dk1"/>
              </a:buClr>
              <a:buSzPts val="2000"/>
              <a:buNone/>
            </a:pPr>
            <a:r>
              <a:t/>
            </a:r>
            <a:endParaRPr b="1"/>
          </a:p>
          <a:p>
            <a:pPr indent="0" lvl="1" marL="457200" rtl="0" algn="l">
              <a:lnSpc>
                <a:spcPct val="90000"/>
              </a:lnSpc>
              <a:spcBef>
                <a:spcPts val="500"/>
              </a:spcBef>
              <a:spcAft>
                <a:spcPts val="0"/>
              </a:spcAft>
              <a:buClr>
                <a:schemeClr val="dk1"/>
              </a:buClr>
              <a:buSzPts val="2000"/>
              <a:buNone/>
            </a:pPr>
            <a:r>
              <a:t/>
            </a:r>
            <a:endParaRPr b="1"/>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182" name="Google Shape;182;p24"/>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lang="en-GB" sz="1200"/>
              <a:t>Pseudocode Keywords</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25"/>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Pseudocode Keywords</a:t>
            </a:r>
            <a:endParaRPr u="sng">
              <a:solidFill>
                <a:srgbClr val="00B050"/>
              </a:solidFill>
            </a:endParaRPr>
          </a:p>
        </p:txBody>
      </p:sp>
      <p:sp>
        <p:nvSpPr>
          <p:cNvPr id="188" name="Google Shape;188;p25"/>
          <p:cNvSpPr txBox="1"/>
          <p:nvPr>
            <p:ph idx="1" type="body"/>
          </p:nvPr>
        </p:nvSpPr>
        <p:spPr>
          <a:xfrm>
            <a:off x="2061557" y="1577758"/>
            <a:ext cx="9659389" cy="4824557"/>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000"/>
              <a:buFont typeface="Noto Sans Symbols"/>
              <a:buChar char="▪"/>
            </a:pPr>
            <a:r>
              <a:rPr lang="en-GB"/>
              <a:t>Most of the time pseudocode will outline the </a:t>
            </a:r>
            <a:r>
              <a:rPr lang="en-GB">
                <a:solidFill>
                  <a:srgbClr val="00B050"/>
                </a:solidFill>
              </a:rPr>
              <a:t>logical sequence of instructions to be carried out.</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Simple processes will often use the key words shown below (like “</a:t>
            </a:r>
            <a:r>
              <a:rPr lang="en-GB">
                <a:solidFill>
                  <a:srgbClr val="00B050"/>
                </a:solidFill>
              </a:rPr>
              <a:t>CALCULATE X*2”</a:t>
            </a:r>
            <a:r>
              <a:rPr lang="en-GB"/>
              <a:t> or “</a:t>
            </a:r>
            <a:r>
              <a:rPr lang="en-GB">
                <a:solidFill>
                  <a:srgbClr val="00B050"/>
                </a:solidFill>
              </a:rPr>
              <a:t>INCREMENT X by 1</a:t>
            </a:r>
            <a:r>
              <a:rPr lang="en-GB"/>
              <a:t>)”</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You don’t have to always use these words, for example the logic statements such as “</a:t>
            </a:r>
            <a:r>
              <a:rPr lang="en-GB">
                <a:solidFill>
                  <a:srgbClr val="00B050"/>
                </a:solidFill>
              </a:rPr>
              <a:t>Add 1 to x</a:t>
            </a:r>
            <a:r>
              <a:rPr lang="en-GB"/>
              <a:t>” or “</a:t>
            </a:r>
            <a:r>
              <a:rPr lang="en-GB">
                <a:solidFill>
                  <a:srgbClr val="00B050"/>
                </a:solidFill>
              </a:rPr>
              <a:t>append x to List</a:t>
            </a:r>
            <a:r>
              <a:rPr lang="en-GB"/>
              <a:t>” are fine too.</a:t>
            </a:r>
            <a:endParaRPr/>
          </a:p>
          <a:p>
            <a:pPr indent="-228600" lvl="1" marL="685800" rtl="0" algn="l">
              <a:lnSpc>
                <a:spcPct val="90000"/>
              </a:lnSpc>
              <a:spcBef>
                <a:spcPts val="500"/>
              </a:spcBef>
              <a:spcAft>
                <a:spcPts val="0"/>
              </a:spcAft>
              <a:buClr>
                <a:schemeClr val="dk1"/>
              </a:buClr>
              <a:buSzPts val="2000"/>
              <a:buFont typeface="Noto Sans Symbols"/>
              <a:buChar char="▪"/>
            </a:pPr>
            <a:r>
              <a:rPr lang="en-GB"/>
              <a:t>Example:</a:t>
            </a:r>
            <a:endParaRPr/>
          </a:p>
          <a:p>
            <a:pPr indent="-228600" lvl="2" marL="1143000" rtl="0" algn="l">
              <a:lnSpc>
                <a:spcPct val="90000"/>
              </a:lnSpc>
              <a:spcBef>
                <a:spcPts val="500"/>
              </a:spcBef>
              <a:spcAft>
                <a:spcPts val="0"/>
              </a:spcAft>
              <a:buClr>
                <a:srgbClr val="00B050"/>
              </a:buClr>
              <a:buSzPts val="1600"/>
              <a:buChar char="•"/>
            </a:pPr>
            <a:r>
              <a:rPr lang="en-GB">
                <a:solidFill>
                  <a:srgbClr val="00B050"/>
                </a:solidFill>
              </a:rPr>
              <a:t>Increment; ++ or +=</a:t>
            </a:r>
            <a:endParaRPr/>
          </a:p>
          <a:p>
            <a:pPr indent="-228600" lvl="2" marL="1143000" rtl="0" algn="l">
              <a:lnSpc>
                <a:spcPct val="90000"/>
              </a:lnSpc>
              <a:spcBef>
                <a:spcPts val="500"/>
              </a:spcBef>
              <a:spcAft>
                <a:spcPts val="0"/>
              </a:spcAft>
              <a:buClr>
                <a:srgbClr val="00B050"/>
              </a:buClr>
              <a:buSzPts val="1600"/>
              <a:buChar char="•"/>
            </a:pPr>
            <a:r>
              <a:rPr lang="en-GB">
                <a:solidFill>
                  <a:srgbClr val="00B050"/>
                </a:solidFill>
              </a:rPr>
              <a:t>Decrement; -- or -=</a:t>
            </a:r>
            <a:endParaRPr/>
          </a:p>
          <a:p>
            <a:pPr indent="-228600" lvl="2" marL="1143000" rtl="0" algn="l">
              <a:lnSpc>
                <a:spcPct val="90000"/>
              </a:lnSpc>
              <a:spcBef>
                <a:spcPts val="500"/>
              </a:spcBef>
              <a:spcAft>
                <a:spcPts val="0"/>
              </a:spcAft>
              <a:buClr>
                <a:srgbClr val="00B050"/>
              </a:buClr>
              <a:buSzPts val="1600"/>
              <a:buChar char="•"/>
            </a:pPr>
            <a:r>
              <a:rPr lang="en-GB">
                <a:solidFill>
                  <a:srgbClr val="00B050"/>
                </a:solidFill>
              </a:rPr>
              <a:t>Compute/ Calculate</a:t>
            </a:r>
            <a:endParaRPr/>
          </a:p>
          <a:p>
            <a:pPr indent="-228600" lvl="2" marL="1143000" rtl="0" algn="l">
              <a:lnSpc>
                <a:spcPct val="90000"/>
              </a:lnSpc>
              <a:spcBef>
                <a:spcPts val="500"/>
              </a:spcBef>
              <a:spcAft>
                <a:spcPts val="0"/>
              </a:spcAft>
              <a:buClr>
                <a:srgbClr val="00B050"/>
              </a:buClr>
              <a:buSzPts val="1600"/>
              <a:buChar char="•"/>
            </a:pPr>
            <a:r>
              <a:rPr lang="en-GB">
                <a:solidFill>
                  <a:srgbClr val="00B050"/>
                </a:solidFill>
              </a:rPr>
              <a:t>IF/ELSE</a:t>
            </a:r>
            <a:endParaRPr/>
          </a:p>
          <a:p>
            <a:pPr indent="-228600" lvl="2" marL="1143000" rtl="0" algn="l">
              <a:lnSpc>
                <a:spcPct val="90000"/>
              </a:lnSpc>
              <a:spcBef>
                <a:spcPts val="500"/>
              </a:spcBef>
              <a:spcAft>
                <a:spcPts val="0"/>
              </a:spcAft>
              <a:buClr>
                <a:srgbClr val="00B050"/>
              </a:buClr>
              <a:buSzPts val="1600"/>
              <a:buChar char="•"/>
            </a:pPr>
            <a:r>
              <a:rPr lang="en-GB">
                <a:solidFill>
                  <a:srgbClr val="00B050"/>
                </a:solidFill>
              </a:rPr>
              <a:t>While</a:t>
            </a:r>
            <a:endParaRPr/>
          </a:p>
          <a:p>
            <a:pPr indent="-228600" lvl="2" marL="1143000" rtl="0" algn="l">
              <a:lnSpc>
                <a:spcPct val="90000"/>
              </a:lnSpc>
              <a:spcBef>
                <a:spcPts val="500"/>
              </a:spcBef>
              <a:spcAft>
                <a:spcPts val="0"/>
              </a:spcAft>
              <a:buClr>
                <a:srgbClr val="00B050"/>
              </a:buClr>
              <a:buSzPts val="1600"/>
              <a:buChar char="•"/>
            </a:pPr>
            <a:r>
              <a:rPr lang="en-GB">
                <a:solidFill>
                  <a:srgbClr val="00B050"/>
                </a:solidFill>
              </a:rPr>
              <a:t>True/ False</a:t>
            </a:r>
            <a:endParaRPr/>
          </a:p>
          <a:p>
            <a:pPr indent="0" lvl="1" marL="457200" rtl="0" algn="l">
              <a:lnSpc>
                <a:spcPct val="90000"/>
              </a:lnSpc>
              <a:spcBef>
                <a:spcPts val="500"/>
              </a:spcBef>
              <a:spcAft>
                <a:spcPts val="0"/>
              </a:spcAft>
              <a:buClr>
                <a:schemeClr val="dk1"/>
              </a:buClr>
              <a:buSzPts val="2000"/>
              <a:buNone/>
            </a:pPr>
            <a:r>
              <a:t/>
            </a:r>
            <a:endParaRPr/>
          </a:p>
          <a:p>
            <a:pPr indent="0" lvl="1" marL="457200" rtl="0" algn="l">
              <a:lnSpc>
                <a:spcPct val="90000"/>
              </a:lnSpc>
              <a:spcBef>
                <a:spcPts val="500"/>
              </a:spcBef>
              <a:spcAft>
                <a:spcPts val="0"/>
              </a:spcAft>
              <a:buClr>
                <a:schemeClr val="dk1"/>
              </a:buClr>
              <a:buSzPts val="2000"/>
              <a:buNone/>
            </a:pPr>
            <a:r>
              <a:t/>
            </a:r>
            <a:endParaRPr/>
          </a:p>
          <a:p>
            <a:pPr indent="0" lvl="2" marL="914400" rtl="0" algn="l">
              <a:lnSpc>
                <a:spcPct val="90000"/>
              </a:lnSpc>
              <a:spcBef>
                <a:spcPts val="500"/>
              </a:spcBef>
              <a:spcAft>
                <a:spcPts val="0"/>
              </a:spcAft>
              <a:buClr>
                <a:schemeClr val="dk1"/>
              </a:buClr>
              <a:buSzPts val="1600"/>
              <a:buNone/>
            </a:pPr>
            <a:r>
              <a:t/>
            </a:r>
            <a:endParaRPr b="1"/>
          </a:p>
          <a:p>
            <a:pPr indent="0" lvl="2" marL="914400" rtl="0" algn="l">
              <a:lnSpc>
                <a:spcPct val="90000"/>
              </a:lnSpc>
              <a:spcBef>
                <a:spcPts val="500"/>
              </a:spcBef>
              <a:spcAft>
                <a:spcPts val="0"/>
              </a:spcAft>
              <a:buClr>
                <a:schemeClr val="dk1"/>
              </a:buClr>
              <a:buSzPts val="1600"/>
              <a:buNone/>
            </a:pPr>
            <a:r>
              <a:t/>
            </a:r>
            <a:endParaRPr b="1"/>
          </a:p>
          <a:p>
            <a:pPr indent="0" lvl="3" marL="1371600" rtl="0" algn="l">
              <a:lnSpc>
                <a:spcPct val="90000"/>
              </a:lnSpc>
              <a:spcBef>
                <a:spcPts val="500"/>
              </a:spcBef>
              <a:spcAft>
                <a:spcPts val="0"/>
              </a:spcAft>
              <a:buClr>
                <a:schemeClr val="dk1"/>
              </a:buClr>
              <a:buSzPts val="1200"/>
              <a:buNone/>
            </a:pPr>
            <a:r>
              <a:t/>
            </a:r>
            <a:endParaRPr>
              <a:solidFill>
                <a:schemeClr val="dk1"/>
              </a:solidFill>
            </a:endParaRPr>
          </a:p>
          <a:p>
            <a:pPr indent="0" lvl="2" marL="914400" rtl="0" algn="l">
              <a:lnSpc>
                <a:spcPct val="90000"/>
              </a:lnSpc>
              <a:spcBef>
                <a:spcPts val="500"/>
              </a:spcBef>
              <a:spcAft>
                <a:spcPts val="0"/>
              </a:spcAft>
              <a:buClr>
                <a:schemeClr val="dk1"/>
              </a:buClr>
              <a:buSzPts val="1600"/>
              <a:buNone/>
            </a:pPr>
            <a:r>
              <a:t/>
            </a:r>
            <a:endParaRPr/>
          </a:p>
        </p:txBody>
      </p:sp>
      <p:sp>
        <p:nvSpPr>
          <p:cNvPr id="189" name="Google Shape;189;p25"/>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lang="en-GB" sz="1200"/>
              <a:t>Pseudocode Keywords</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26"/>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Example</a:t>
            </a:r>
            <a:endParaRPr/>
          </a:p>
        </p:txBody>
      </p:sp>
      <p:sp>
        <p:nvSpPr>
          <p:cNvPr id="195" name="Google Shape;195;p26"/>
          <p:cNvSpPr txBox="1"/>
          <p:nvPr>
            <p:ph idx="1" type="body"/>
          </p:nvPr>
        </p:nvSpPr>
        <p:spPr>
          <a:xfrm>
            <a:off x="2061557" y="1577758"/>
            <a:ext cx="9659389" cy="482455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Noto Sans Symbols"/>
              <a:buChar char="▪"/>
            </a:pPr>
            <a:r>
              <a:rPr lang="en-GB" sz="2400">
                <a:solidFill>
                  <a:schemeClr val="dk1"/>
                </a:solidFill>
              </a:rPr>
              <a:t>Write an pseudocode to find the sum of two numbers.</a:t>
            </a:r>
            <a:endParaRPr/>
          </a:p>
          <a:p>
            <a:pPr indent="0" lvl="0" marL="114300" rtl="0" algn="l">
              <a:lnSpc>
                <a:spcPct val="150000"/>
              </a:lnSpc>
              <a:spcBef>
                <a:spcPts val="0"/>
              </a:spcBef>
              <a:spcAft>
                <a:spcPts val="0"/>
              </a:spcAft>
              <a:buClr>
                <a:schemeClr val="dk1"/>
              </a:buClr>
              <a:buSzPts val="4000"/>
              <a:buNone/>
            </a:pPr>
            <a:r>
              <a:rPr lang="en-GB">
                <a:solidFill>
                  <a:schemeClr val="dk1"/>
                </a:solidFill>
              </a:rPr>
              <a:t>	  </a:t>
            </a:r>
            <a:r>
              <a:rPr b="1" lang="en-GB" sz="1600"/>
              <a:t>START</a:t>
            </a:r>
            <a:endParaRPr/>
          </a:p>
          <a:p>
            <a:pPr indent="0" lvl="0" marL="114300" rtl="0" algn="l">
              <a:lnSpc>
                <a:spcPct val="150000"/>
              </a:lnSpc>
              <a:spcBef>
                <a:spcPts val="0"/>
              </a:spcBef>
              <a:spcAft>
                <a:spcPts val="0"/>
              </a:spcAft>
              <a:buClr>
                <a:schemeClr val="dk1"/>
              </a:buClr>
              <a:buSzPts val="4000"/>
              <a:buNone/>
            </a:pPr>
            <a:r>
              <a:rPr b="1" lang="en-GB" sz="1600"/>
              <a:t>	         SET </a:t>
            </a:r>
            <a:r>
              <a:rPr lang="en-GB" sz="1600"/>
              <a:t>sum =0</a:t>
            </a:r>
            <a:endParaRPr/>
          </a:p>
          <a:p>
            <a:pPr indent="0" lvl="0" marL="114300" rtl="0" algn="l">
              <a:lnSpc>
                <a:spcPct val="150000"/>
              </a:lnSpc>
              <a:spcBef>
                <a:spcPts val="1000"/>
              </a:spcBef>
              <a:spcAft>
                <a:spcPts val="0"/>
              </a:spcAft>
              <a:buClr>
                <a:schemeClr val="dk1"/>
              </a:buClr>
              <a:buSzPts val="4000"/>
              <a:buNone/>
            </a:pPr>
            <a:r>
              <a:rPr b="1" lang="en-GB" sz="1600"/>
              <a:t>	         INPUT </a:t>
            </a:r>
            <a:r>
              <a:rPr lang="en-GB" sz="1600"/>
              <a:t>num1, num2</a:t>
            </a:r>
            <a:endParaRPr/>
          </a:p>
          <a:p>
            <a:pPr indent="0" lvl="0" marL="114300" rtl="0" algn="l">
              <a:lnSpc>
                <a:spcPct val="150000"/>
              </a:lnSpc>
              <a:spcBef>
                <a:spcPts val="1000"/>
              </a:spcBef>
              <a:spcAft>
                <a:spcPts val="0"/>
              </a:spcAft>
              <a:buClr>
                <a:schemeClr val="dk1"/>
              </a:buClr>
              <a:buSzPts val="4000"/>
              <a:buNone/>
            </a:pPr>
            <a:r>
              <a:rPr b="1" lang="en-GB" sz="1600"/>
              <a:t>	         COMPUTE </a:t>
            </a:r>
            <a:r>
              <a:rPr lang="en-GB" sz="1600"/>
              <a:t>sum = num1 + num2</a:t>
            </a:r>
            <a:endParaRPr/>
          </a:p>
          <a:p>
            <a:pPr indent="0" lvl="0" marL="114300" rtl="0" algn="l">
              <a:lnSpc>
                <a:spcPct val="150000"/>
              </a:lnSpc>
              <a:spcBef>
                <a:spcPts val="1000"/>
              </a:spcBef>
              <a:spcAft>
                <a:spcPts val="0"/>
              </a:spcAft>
              <a:buClr>
                <a:schemeClr val="dk1"/>
              </a:buClr>
              <a:buSzPts val="4000"/>
              <a:buNone/>
            </a:pPr>
            <a:r>
              <a:rPr b="1" lang="en-GB" sz="1600"/>
              <a:t>	         PRINT </a:t>
            </a:r>
            <a:r>
              <a:rPr lang="en-GB" sz="1600"/>
              <a:t>sum</a:t>
            </a:r>
            <a:endParaRPr/>
          </a:p>
          <a:p>
            <a:pPr indent="0" lvl="0" marL="114300" rtl="0" algn="l">
              <a:lnSpc>
                <a:spcPct val="150000"/>
              </a:lnSpc>
              <a:spcBef>
                <a:spcPts val="1000"/>
              </a:spcBef>
              <a:spcAft>
                <a:spcPts val="0"/>
              </a:spcAft>
              <a:buClr>
                <a:schemeClr val="dk1"/>
              </a:buClr>
              <a:buSzPts val="4000"/>
              <a:buNone/>
            </a:pPr>
            <a:r>
              <a:rPr b="1" lang="en-GB" sz="1600"/>
              <a:t>               </a:t>
            </a:r>
            <a:r>
              <a:rPr b="1" lang="en-GB" sz="1600"/>
              <a:t> </a:t>
            </a:r>
            <a:r>
              <a:rPr b="1" lang="en-GB" sz="1600"/>
              <a:t>END</a:t>
            </a:r>
            <a:endParaRPr sz="1600"/>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1" marL="457200" rtl="0" algn="l">
              <a:lnSpc>
                <a:spcPct val="90000"/>
              </a:lnSpc>
              <a:spcBef>
                <a:spcPts val="500"/>
              </a:spcBef>
              <a:spcAft>
                <a:spcPts val="0"/>
              </a:spcAft>
              <a:buClr>
                <a:schemeClr val="dk1"/>
              </a:buClr>
              <a:buSzPts val="2000"/>
              <a:buNone/>
            </a:pPr>
            <a:r>
              <a:t/>
            </a:r>
            <a:endParaRPr b="1"/>
          </a:p>
          <a:p>
            <a:pPr indent="0" lvl="1" marL="457200" rtl="0" algn="l">
              <a:lnSpc>
                <a:spcPct val="90000"/>
              </a:lnSpc>
              <a:spcBef>
                <a:spcPts val="500"/>
              </a:spcBef>
              <a:spcAft>
                <a:spcPts val="0"/>
              </a:spcAft>
              <a:buClr>
                <a:schemeClr val="dk1"/>
              </a:buClr>
              <a:buSzPts val="2000"/>
              <a:buNone/>
            </a:pPr>
            <a:r>
              <a:t/>
            </a:r>
            <a:endParaRPr b="1"/>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196" name="Google Shape;196;p26"/>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b="0" lang="en-GB" sz="1200"/>
              <a:t>Pseudocode Keywords</a:t>
            </a:r>
            <a:endParaRPr/>
          </a:p>
          <a:p>
            <a:pPr indent="0" lvl="0" marL="0" rtl="0" algn="ctr">
              <a:lnSpc>
                <a:spcPct val="90000"/>
              </a:lnSpc>
              <a:spcBef>
                <a:spcPts val="1000"/>
              </a:spcBef>
              <a:spcAft>
                <a:spcPts val="0"/>
              </a:spcAft>
              <a:buClr>
                <a:schemeClr val="dk1"/>
              </a:buClr>
              <a:buSzPts val="1200"/>
              <a:buNone/>
            </a:pPr>
            <a:r>
              <a:rPr lang="en-GB" sz="1200"/>
              <a:t>Exercise and Example</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27"/>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Example</a:t>
            </a:r>
            <a:endParaRPr/>
          </a:p>
        </p:txBody>
      </p:sp>
      <p:sp>
        <p:nvSpPr>
          <p:cNvPr id="202" name="Google Shape;202;p27"/>
          <p:cNvSpPr txBox="1"/>
          <p:nvPr>
            <p:ph idx="1" type="body"/>
          </p:nvPr>
        </p:nvSpPr>
        <p:spPr>
          <a:xfrm>
            <a:off x="2061557" y="1577758"/>
            <a:ext cx="9659389" cy="482455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Noto Sans Symbols"/>
              <a:buChar char="▪"/>
            </a:pPr>
            <a:r>
              <a:rPr lang="en-GB" sz="2400">
                <a:solidFill>
                  <a:schemeClr val="dk1"/>
                </a:solidFill>
              </a:rPr>
              <a:t>Write an pseudocode to find the area of rectangle.</a:t>
            </a:r>
            <a:endParaRPr/>
          </a:p>
          <a:p>
            <a:pPr indent="0" lvl="0" marL="114300" rtl="0" algn="l">
              <a:lnSpc>
                <a:spcPct val="150000"/>
              </a:lnSpc>
              <a:spcBef>
                <a:spcPts val="0"/>
              </a:spcBef>
              <a:spcAft>
                <a:spcPts val="0"/>
              </a:spcAft>
              <a:buClr>
                <a:schemeClr val="dk1"/>
              </a:buClr>
              <a:buSzPts val="4000"/>
              <a:buNone/>
            </a:pPr>
            <a:r>
              <a:rPr lang="en-GB">
                <a:solidFill>
                  <a:schemeClr val="dk1"/>
                </a:solidFill>
              </a:rPr>
              <a:t>	  </a:t>
            </a:r>
            <a:r>
              <a:rPr b="1" lang="en-GB" sz="1600"/>
              <a:t>START</a:t>
            </a:r>
            <a:endParaRPr/>
          </a:p>
          <a:p>
            <a:pPr indent="0" lvl="0" marL="114300" rtl="0" algn="l">
              <a:lnSpc>
                <a:spcPct val="150000"/>
              </a:lnSpc>
              <a:spcBef>
                <a:spcPts val="0"/>
              </a:spcBef>
              <a:spcAft>
                <a:spcPts val="0"/>
              </a:spcAft>
              <a:buClr>
                <a:schemeClr val="dk1"/>
              </a:buClr>
              <a:buSzPts val="4000"/>
              <a:buNone/>
            </a:pPr>
            <a:r>
              <a:rPr b="1" lang="en-GB" sz="1600"/>
              <a:t>	         </a:t>
            </a:r>
            <a:r>
              <a:rPr b="1" lang="en-GB" sz="1600"/>
              <a:t> </a:t>
            </a:r>
            <a:r>
              <a:rPr b="1" lang="en-GB" sz="1600"/>
              <a:t>SET </a:t>
            </a:r>
            <a:r>
              <a:rPr lang="en-GB" sz="1600"/>
              <a:t>Area_of_Rectangle = 0</a:t>
            </a:r>
            <a:endParaRPr b="1" sz="1600"/>
          </a:p>
          <a:p>
            <a:pPr indent="0" lvl="0" marL="114300" rtl="0" algn="l">
              <a:lnSpc>
                <a:spcPct val="150000"/>
              </a:lnSpc>
              <a:spcBef>
                <a:spcPts val="0"/>
              </a:spcBef>
              <a:spcAft>
                <a:spcPts val="0"/>
              </a:spcAft>
              <a:buClr>
                <a:schemeClr val="dk1"/>
              </a:buClr>
              <a:buSzPts val="4000"/>
              <a:buNone/>
            </a:pPr>
            <a:r>
              <a:rPr b="1" lang="en-GB" sz="1600"/>
              <a:t>	          INPUT </a:t>
            </a:r>
            <a:r>
              <a:rPr lang="en-GB" sz="1600"/>
              <a:t>length and breadth</a:t>
            </a:r>
            <a:endParaRPr/>
          </a:p>
          <a:p>
            <a:pPr indent="0" lvl="0" marL="114300" rtl="0" algn="l">
              <a:lnSpc>
                <a:spcPct val="150000"/>
              </a:lnSpc>
              <a:spcBef>
                <a:spcPts val="1000"/>
              </a:spcBef>
              <a:spcAft>
                <a:spcPts val="0"/>
              </a:spcAft>
              <a:buClr>
                <a:schemeClr val="dk1"/>
              </a:buClr>
              <a:buSzPts val="4000"/>
              <a:buNone/>
            </a:pPr>
            <a:r>
              <a:rPr b="1" lang="en-GB" sz="1600"/>
              <a:t>	         COMPUTE </a:t>
            </a:r>
            <a:r>
              <a:rPr lang="en-GB" sz="1600"/>
              <a:t>Area_of_Rectangle = length * breadth</a:t>
            </a:r>
            <a:endParaRPr/>
          </a:p>
          <a:p>
            <a:pPr indent="0" lvl="0" marL="114300" rtl="0" algn="l">
              <a:lnSpc>
                <a:spcPct val="150000"/>
              </a:lnSpc>
              <a:spcBef>
                <a:spcPts val="1000"/>
              </a:spcBef>
              <a:spcAft>
                <a:spcPts val="0"/>
              </a:spcAft>
              <a:buClr>
                <a:schemeClr val="dk1"/>
              </a:buClr>
              <a:buSzPts val="4000"/>
              <a:buNone/>
            </a:pPr>
            <a:r>
              <a:rPr b="1" lang="en-GB" sz="1600"/>
              <a:t>	         PRINT </a:t>
            </a:r>
            <a:r>
              <a:rPr lang="en-GB" sz="1600"/>
              <a:t>Area_of_Rectangle </a:t>
            </a:r>
            <a:endParaRPr/>
          </a:p>
          <a:p>
            <a:pPr indent="0" lvl="0" marL="114300" rtl="0" algn="l">
              <a:lnSpc>
                <a:spcPct val="150000"/>
              </a:lnSpc>
              <a:spcBef>
                <a:spcPts val="1000"/>
              </a:spcBef>
              <a:spcAft>
                <a:spcPts val="0"/>
              </a:spcAft>
              <a:buClr>
                <a:schemeClr val="dk1"/>
              </a:buClr>
              <a:buSzPts val="4000"/>
              <a:buNone/>
            </a:pPr>
            <a:r>
              <a:rPr b="1" lang="en-GB" sz="1600"/>
              <a:t>                END</a:t>
            </a:r>
            <a:endParaRPr sz="1600"/>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1" marL="457200" rtl="0" algn="l">
              <a:lnSpc>
                <a:spcPct val="90000"/>
              </a:lnSpc>
              <a:spcBef>
                <a:spcPts val="500"/>
              </a:spcBef>
              <a:spcAft>
                <a:spcPts val="0"/>
              </a:spcAft>
              <a:buClr>
                <a:schemeClr val="dk1"/>
              </a:buClr>
              <a:buSzPts val="2000"/>
              <a:buNone/>
            </a:pPr>
            <a:r>
              <a:t/>
            </a:r>
            <a:endParaRPr b="1"/>
          </a:p>
          <a:p>
            <a:pPr indent="0" lvl="1" marL="457200" rtl="0" algn="l">
              <a:lnSpc>
                <a:spcPct val="90000"/>
              </a:lnSpc>
              <a:spcBef>
                <a:spcPts val="500"/>
              </a:spcBef>
              <a:spcAft>
                <a:spcPts val="0"/>
              </a:spcAft>
              <a:buClr>
                <a:schemeClr val="dk1"/>
              </a:buClr>
              <a:buSzPts val="2000"/>
              <a:buNone/>
            </a:pPr>
            <a:r>
              <a:t/>
            </a:r>
            <a:endParaRPr b="1"/>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03" name="Google Shape;203;p27"/>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b="0" lang="en-GB" sz="1200"/>
              <a:t>Pseudocode Keywords</a:t>
            </a:r>
            <a:endParaRPr/>
          </a:p>
          <a:p>
            <a:pPr indent="0" lvl="0" marL="0" rtl="0" algn="ctr">
              <a:lnSpc>
                <a:spcPct val="90000"/>
              </a:lnSpc>
              <a:spcBef>
                <a:spcPts val="1000"/>
              </a:spcBef>
              <a:spcAft>
                <a:spcPts val="0"/>
              </a:spcAft>
              <a:buClr>
                <a:schemeClr val="dk1"/>
              </a:buClr>
              <a:buSzPts val="1200"/>
              <a:buNone/>
            </a:pPr>
            <a:r>
              <a:rPr lang="en-GB" sz="1200"/>
              <a:t>Exercise and Example</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28"/>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Flowchart</a:t>
            </a:r>
            <a:endParaRPr/>
          </a:p>
        </p:txBody>
      </p:sp>
      <p:sp>
        <p:nvSpPr>
          <p:cNvPr id="209" name="Google Shape;209;p28"/>
          <p:cNvSpPr txBox="1"/>
          <p:nvPr>
            <p:ph idx="1" type="body"/>
          </p:nvPr>
        </p:nvSpPr>
        <p:spPr>
          <a:xfrm>
            <a:off x="2061557" y="1577758"/>
            <a:ext cx="9659389" cy="4824557"/>
          </a:xfrm>
          <a:prstGeom prst="rect">
            <a:avLst/>
          </a:prstGeom>
          <a:noFill/>
          <a:ln>
            <a:noFill/>
          </a:ln>
        </p:spPr>
        <p:txBody>
          <a:bodyPr anchorCtr="0" anchor="t" bIns="45700" lIns="91425" spcFirstLastPara="1" rIns="91425" wrap="square" tIns="45700">
            <a:normAutofit/>
          </a:bodyPr>
          <a:lstStyle/>
          <a:p>
            <a:pPr indent="-228600" lvl="1" marL="685800" rtl="0" algn="just">
              <a:lnSpc>
                <a:spcPct val="150000"/>
              </a:lnSpc>
              <a:spcBef>
                <a:spcPts val="0"/>
              </a:spcBef>
              <a:spcAft>
                <a:spcPts val="0"/>
              </a:spcAft>
              <a:buClr>
                <a:schemeClr val="dk1"/>
              </a:buClr>
              <a:buSzPts val="2000"/>
              <a:buFont typeface="Noto Sans Symbols"/>
              <a:buChar char="▪"/>
            </a:pPr>
            <a:r>
              <a:rPr lang="en-GB"/>
              <a:t>Is a </a:t>
            </a:r>
            <a:r>
              <a:rPr lang="en-GB">
                <a:solidFill>
                  <a:srgbClr val="00B050"/>
                </a:solidFill>
              </a:rPr>
              <a:t>pictorial way </a:t>
            </a:r>
            <a:r>
              <a:rPr lang="en-GB"/>
              <a:t>to express algorithm or process. </a:t>
            </a:r>
            <a:endParaRPr/>
          </a:p>
          <a:p>
            <a:pPr indent="-228600" lvl="1" marL="685800" rtl="0" algn="just">
              <a:lnSpc>
                <a:spcPct val="150000"/>
              </a:lnSpc>
              <a:spcBef>
                <a:spcPts val="500"/>
              </a:spcBef>
              <a:spcAft>
                <a:spcPts val="0"/>
              </a:spcAft>
              <a:buClr>
                <a:schemeClr val="dk1"/>
              </a:buClr>
              <a:buSzPts val="2000"/>
              <a:buFont typeface="Noto Sans Symbols"/>
              <a:buChar char="▪"/>
            </a:pPr>
            <a:r>
              <a:rPr lang="en-GB"/>
              <a:t>Instead of writing down our algorithm in any programming, we use </a:t>
            </a:r>
            <a:r>
              <a:rPr lang="en-GB">
                <a:solidFill>
                  <a:srgbClr val="00B050"/>
                </a:solidFill>
              </a:rPr>
              <a:t>symbols</a:t>
            </a:r>
            <a:r>
              <a:rPr lang="en-GB"/>
              <a:t> to express our algorithm which gives us a general view about the algorithm</a:t>
            </a:r>
            <a:endParaRPr/>
          </a:p>
          <a:p>
            <a:pPr indent="-228600" lvl="1" marL="685800" rtl="0" algn="just">
              <a:lnSpc>
                <a:spcPct val="150000"/>
              </a:lnSpc>
              <a:spcBef>
                <a:spcPts val="500"/>
              </a:spcBef>
              <a:spcAft>
                <a:spcPts val="0"/>
              </a:spcAft>
              <a:buClr>
                <a:schemeClr val="dk1"/>
              </a:buClr>
              <a:buSzPts val="2000"/>
              <a:buFont typeface="Noto Sans Symbols"/>
              <a:buChar char="▪"/>
            </a:pPr>
            <a:r>
              <a:rPr lang="en-GB"/>
              <a:t>Flowchart as the name indicates, is about the </a:t>
            </a:r>
            <a:r>
              <a:rPr lang="en-GB">
                <a:solidFill>
                  <a:srgbClr val="00B050"/>
                </a:solidFill>
              </a:rPr>
              <a:t>flow of execution of our algorithm.</a:t>
            </a:r>
            <a:endParaRPr/>
          </a:p>
          <a:p>
            <a:pPr indent="-228600" lvl="1" marL="685800" rtl="0" algn="just">
              <a:lnSpc>
                <a:spcPct val="150000"/>
              </a:lnSpc>
              <a:spcBef>
                <a:spcPts val="500"/>
              </a:spcBef>
              <a:spcAft>
                <a:spcPts val="0"/>
              </a:spcAft>
              <a:buClr>
                <a:srgbClr val="FF0000"/>
              </a:buClr>
              <a:buSzPts val="2000"/>
              <a:buFont typeface="Noto Sans Symbols"/>
              <a:buChar char="▪"/>
            </a:pPr>
            <a:r>
              <a:rPr b="1" lang="en-GB">
                <a:solidFill>
                  <a:srgbClr val="FF0000"/>
                </a:solidFill>
              </a:rPr>
              <a:t>There are standardised symbols to draw flowcharts.</a:t>
            </a:r>
            <a:endParaRPr/>
          </a:p>
          <a:p>
            <a:pPr indent="-76200" lvl="0" marL="228600" rtl="0" algn="l">
              <a:lnSpc>
                <a:spcPct val="90000"/>
              </a:lnSpc>
              <a:spcBef>
                <a:spcPts val="1000"/>
              </a:spcBef>
              <a:spcAft>
                <a:spcPts val="0"/>
              </a:spcAft>
              <a:buClr>
                <a:schemeClr val="dk1"/>
              </a:buClr>
              <a:buSzPts val="2400"/>
              <a:buFont typeface="Noto Sans Symbols"/>
              <a:buNone/>
            </a:pPr>
            <a:r>
              <a:t/>
            </a:r>
            <a:endParaRPr/>
          </a:p>
          <a:p>
            <a:pPr indent="-76200" lvl="0" marL="228600" rtl="0" algn="l">
              <a:lnSpc>
                <a:spcPct val="90000"/>
              </a:lnSpc>
              <a:spcBef>
                <a:spcPts val="1000"/>
              </a:spcBef>
              <a:spcAft>
                <a:spcPts val="0"/>
              </a:spcAft>
              <a:buClr>
                <a:schemeClr val="dk1"/>
              </a:buClr>
              <a:buSzPts val="2400"/>
              <a:buFont typeface="Noto Sans Symbols"/>
              <a:buNone/>
            </a:pPr>
            <a:r>
              <a:t/>
            </a:r>
            <a:endParaRPr/>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1" marL="457200" rtl="0" algn="l">
              <a:lnSpc>
                <a:spcPct val="90000"/>
              </a:lnSpc>
              <a:spcBef>
                <a:spcPts val="500"/>
              </a:spcBef>
              <a:spcAft>
                <a:spcPts val="0"/>
              </a:spcAft>
              <a:buClr>
                <a:schemeClr val="dk1"/>
              </a:buClr>
              <a:buSzPts val="2000"/>
              <a:buNone/>
            </a:pPr>
            <a:r>
              <a:t/>
            </a:r>
            <a:endParaRPr b="1"/>
          </a:p>
          <a:p>
            <a:pPr indent="0" lvl="1" marL="457200" rtl="0" algn="l">
              <a:lnSpc>
                <a:spcPct val="90000"/>
              </a:lnSpc>
              <a:spcBef>
                <a:spcPts val="500"/>
              </a:spcBef>
              <a:spcAft>
                <a:spcPts val="0"/>
              </a:spcAft>
              <a:buClr>
                <a:schemeClr val="dk1"/>
              </a:buClr>
              <a:buSzPts val="2000"/>
              <a:buNone/>
            </a:pPr>
            <a:r>
              <a:t/>
            </a:r>
            <a:endParaRPr b="1"/>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10" name="Google Shape;210;p28"/>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b="0" lang="en-GB" sz="1200"/>
              <a:t>Pseudocode Keywords</a:t>
            </a:r>
            <a:endParaRPr/>
          </a:p>
          <a:p>
            <a:pPr indent="0" lvl="0" marL="0" rtl="0" algn="ctr">
              <a:lnSpc>
                <a:spcPct val="90000"/>
              </a:lnSpc>
              <a:spcBef>
                <a:spcPts val="1000"/>
              </a:spcBef>
              <a:spcAft>
                <a:spcPts val="0"/>
              </a:spcAft>
              <a:buClr>
                <a:schemeClr val="dk1"/>
              </a:buClr>
              <a:buSzPts val="1200"/>
              <a:buNone/>
            </a:pPr>
            <a:r>
              <a:rPr b="0" lang="en-GB" sz="1200"/>
              <a:t>Exercise and Example</a:t>
            </a:r>
            <a:endParaRPr/>
          </a:p>
          <a:p>
            <a:pPr indent="0" lvl="0" marL="0" rtl="0" algn="ctr">
              <a:lnSpc>
                <a:spcPct val="90000"/>
              </a:lnSpc>
              <a:spcBef>
                <a:spcPts val="1000"/>
              </a:spcBef>
              <a:spcAft>
                <a:spcPts val="0"/>
              </a:spcAft>
              <a:buClr>
                <a:schemeClr val="dk1"/>
              </a:buClr>
              <a:buSzPts val="1200"/>
              <a:buNone/>
            </a:pPr>
            <a:r>
              <a:rPr lang="en-GB" sz="1200"/>
              <a:t>Flowchart</a:t>
            </a:r>
            <a:endParaRPr/>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29"/>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Flowchart – Basic Symbols </a:t>
            </a:r>
            <a:endParaRPr/>
          </a:p>
        </p:txBody>
      </p:sp>
      <p:sp>
        <p:nvSpPr>
          <p:cNvPr id="216" name="Google Shape;216;p29"/>
          <p:cNvSpPr txBox="1"/>
          <p:nvPr>
            <p:ph idx="1" type="body"/>
          </p:nvPr>
        </p:nvSpPr>
        <p:spPr>
          <a:xfrm>
            <a:off x="2053244" y="1433986"/>
            <a:ext cx="9659389" cy="5324261"/>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0"/>
              </a:spcBef>
              <a:spcAft>
                <a:spcPts val="0"/>
              </a:spcAft>
              <a:buClr>
                <a:schemeClr val="dk1"/>
              </a:buClr>
              <a:buSzPts val="2400"/>
              <a:buFont typeface="Noto Sans Symbols"/>
              <a:buNone/>
            </a:pPr>
            <a:r>
              <a:t/>
            </a:r>
            <a:endParaRPr/>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17" name="Google Shape;217;p29"/>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b="0" lang="en-GB" sz="1200"/>
              <a:t>Pseudocode Keywords</a:t>
            </a:r>
            <a:endParaRPr/>
          </a:p>
          <a:p>
            <a:pPr indent="0" lvl="0" marL="0" rtl="0" algn="ctr">
              <a:lnSpc>
                <a:spcPct val="90000"/>
              </a:lnSpc>
              <a:spcBef>
                <a:spcPts val="1000"/>
              </a:spcBef>
              <a:spcAft>
                <a:spcPts val="0"/>
              </a:spcAft>
              <a:buClr>
                <a:schemeClr val="dk1"/>
              </a:buClr>
              <a:buSzPts val="1200"/>
              <a:buNone/>
            </a:pPr>
            <a:r>
              <a:rPr b="0" lang="en-GB" sz="1200"/>
              <a:t>Exercise and Example</a:t>
            </a:r>
            <a:endParaRPr/>
          </a:p>
          <a:p>
            <a:pPr indent="0" lvl="0" marL="0" rtl="0" algn="ctr">
              <a:lnSpc>
                <a:spcPct val="90000"/>
              </a:lnSpc>
              <a:spcBef>
                <a:spcPts val="1000"/>
              </a:spcBef>
              <a:spcAft>
                <a:spcPts val="0"/>
              </a:spcAft>
              <a:buClr>
                <a:schemeClr val="dk1"/>
              </a:buClr>
              <a:buSzPts val="1200"/>
              <a:buNone/>
            </a:pPr>
            <a:r>
              <a:rPr lang="en-GB" sz="1200"/>
              <a:t>Flowchart Basic Symbols</a:t>
            </a:r>
            <a:endParaRPr/>
          </a:p>
          <a:p>
            <a:pPr indent="0" lvl="0" marL="0" rtl="0" algn="ctr">
              <a:lnSpc>
                <a:spcPct val="90000"/>
              </a:lnSpc>
              <a:spcBef>
                <a:spcPts val="1000"/>
              </a:spcBef>
              <a:spcAft>
                <a:spcPts val="0"/>
              </a:spcAft>
              <a:buClr>
                <a:schemeClr val="dk1"/>
              </a:buClr>
              <a:buSzPts val="1200"/>
              <a:buNone/>
            </a:pPr>
            <a:r>
              <a:t/>
            </a:r>
            <a:endParaRPr sz="1200"/>
          </a:p>
        </p:txBody>
      </p:sp>
      <p:graphicFrame>
        <p:nvGraphicFramePr>
          <p:cNvPr id="218" name="Google Shape;218;p29"/>
          <p:cNvGraphicFramePr/>
          <p:nvPr/>
        </p:nvGraphicFramePr>
        <p:xfrm>
          <a:off x="2156815" y="1459636"/>
          <a:ext cx="3000000" cy="3000000"/>
        </p:xfrm>
        <a:graphic>
          <a:graphicData uri="http://schemas.openxmlformats.org/drawingml/2006/table">
            <a:tbl>
              <a:tblPr>
                <a:noFill/>
                <a:tableStyleId>{9E04E79A-AD8C-4ADF-A2F0-351279A87863}</a:tableStyleId>
              </a:tblPr>
              <a:tblGrid>
                <a:gridCol w="3087400"/>
                <a:gridCol w="1676650"/>
                <a:gridCol w="4546225"/>
              </a:tblGrid>
              <a:tr h="351050">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Flowchart Symbol</a:t>
                      </a:r>
                      <a:endParaRPr b="1"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Function</a:t>
                      </a:r>
                      <a:endParaRPr b="1"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Description</a:t>
                      </a:r>
                      <a:endParaRPr b="1" sz="1800" u="none" cap="none" strike="noStrike">
                        <a:latin typeface="Arial"/>
                        <a:ea typeface="Arial"/>
                        <a:cs typeface="Arial"/>
                        <a:sym typeface="Arial"/>
                      </a:endParaRPr>
                    </a:p>
                  </a:txBody>
                  <a:tcPr marT="45725" marB="45725" marR="91450" marL="91450"/>
                </a:tc>
              </a:tr>
              <a:tr h="659500">
                <a:tc>
                  <a:txBody>
                    <a:bodyPr/>
                    <a:lstStyle/>
                    <a:p>
                      <a:pPr indent="0" lvl="0" marL="0" marR="0" rtl="0" algn="l">
                        <a:spcBef>
                          <a:spcPts val="0"/>
                        </a:spcBef>
                        <a:spcAft>
                          <a:spcPts val="0"/>
                        </a:spcAft>
                        <a:buClr>
                          <a:schemeClr val="dk1"/>
                        </a:buClr>
                        <a:buSzPts val="1800"/>
                        <a:buFont typeface="Calibri"/>
                        <a:buNone/>
                      </a:pPr>
                      <a:r>
                        <a:t/>
                      </a:r>
                      <a:endParaRPr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Start/End</a:t>
                      </a:r>
                      <a:endParaRPr b="1"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lang="en-GB" sz="1800" u="none" cap="none" strike="noStrike">
                          <a:latin typeface="Arial"/>
                          <a:ea typeface="Arial"/>
                          <a:cs typeface="Arial"/>
                          <a:sym typeface="Arial"/>
                        </a:rPr>
                        <a:t>It indicates where the flow starts and ends. Also known as terminator.</a:t>
                      </a:r>
                      <a:endParaRPr sz="1800" u="none" cap="none" strike="noStrike">
                        <a:latin typeface="Arial"/>
                        <a:ea typeface="Arial"/>
                        <a:cs typeface="Arial"/>
                        <a:sym typeface="Arial"/>
                      </a:endParaRPr>
                    </a:p>
                  </a:txBody>
                  <a:tcPr marT="45725" marB="45725" marR="91450" marL="91450"/>
                </a:tc>
              </a:tr>
              <a:tr h="605900">
                <a:tc>
                  <a:txBody>
                    <a:bodyPr/>
                    <a:lstStyle/>
                    <a:p>
                      <a:pPr indent="0" lvl="0" marL="0" marR="0" rtl="0" algn="l">
                        <a:spcBef>
                          <a:spcPts val="0"/>
                        </a:spcBef>
                        <a:spcAft>
                          <a:spcPts val="0"/>
                        </a:spcAft>
                        <a:buClr>
                          <a:schemeClr val="dk1"/>
                        </a:buClr>
                        <a:buSzPts val="1800"/>
                        <a:buFont typeface="Calibri"/>
                        <a:buNone/>
                      </a:pPr>
                      <a:r>
                        <a:t/>
                      </a:r>
                      <a:endParaRPr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Process</a:t>
                      </a:r>
                      <a:endParaRPr b="1"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lang="en-GB" sz="1800" u="none" cap="none" strike="noStrike">
                          <a:latin typeface="Arial"/>
                          <a:ea typeface="Arial"/>
                          <a:cs typeface="Arial"/>
                          <a:sym typeface="Arial"/>
                        </a:rPr>
                        <a:t>Also called “Action Symbol,” it represents a process, action or a single step</a:t>
                      </a:r>
                      <a:endParaRPr sz="1800" u="none" cap="none" strike="noStrike">
                        <a:latin typeface="Arial"/>
                        <a:ea typeface="Arial"/>
                        <a:cs typeface="Arial"/>
                        <a:sym typeface="Arial"/>
                      </a:endParaRPr>
                    </a:p>
                  </a:txBody>
                  <a:tcPr marT="45725" marB="45725" marR="91450" marL="91450"/>
                </a:tc>
              </a:tr>
              <a:tr h="936400">
                <a:tc>
                  <a:txBody>
                    <a:bodyPr/>
                    <a:lstStyle/>
                    <a:p>
                      <a:pPr indent="0" lvl="0" marL="0" marR="0" rtl="0" algn="l">
                        <a:spcBef>
                          <a:spcPts val="0"/>
                        </a:spcBef>
                        <a:spcAft>
                          <a:spcPts val="0"/>
                        </a:spcAft>
                        <a:buClr>
                          <a:schemeClr val="dk1"/>
                        </a:buClr>
                        <a:buSzPts val="1800"/>
                        <a:buFont typeface="Calibri"/>
                        <a:buNone/>
                      </a:pPr>
                      <a:r>
                        <a:t/>
                      </a:r>
                      <a:endParaRPr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Decision</a:t>
                      </a:r>
                      <a:endParaRPr b="1"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lang="en-GB" sz="1800" u="none" cap="none" strike="noStrike">
                          <a:latin typeface="Arial"/>
                          <a:ea typeface="Arial"/>
                          <a:cs typeface="Arial"/>
                          <a:sym typeface="Arial"/>
                        </a:rPr>
                        <a:t>A decision or  branching point, usually a yes/no or true/false question is asked and based on that, the path gets split into two branches</a:t>
                      </a:r>
                      <a:endParaRPr sz="1800" u="none" cap="none" strike="noStrike">
                        <a:latin typeface="Arial"/>
                        <a:ea typeface="Arial"/>
                        <a:cs typeface="Arial"/>
                        <a:sym typeface="Arial"/>
                      </a:endParaRPr>
                    </a:p>
                  </a:txBody>
                  <a:tcPr marT="45725" marB="45725" marR="91450" marL="91450"/>
                </a:tc>
              </a:tr>
              <a:tr h="605900">
                <a:tc>
                  <a:txBody>
                    <a:bodyPr/>
                    <a:lstStyle/>
                    <a:p>
                      <a:pPr indent="0" lvl="0" marL="0" marR="0" rtl="0" algn="l">
                        <a:spcBef>
                          <a:spcPts val="0"/>
                        </a:spcBef>
                        <a:spcAft>
                          <a:spcPts val="0"/>
                        </a:spcAft>
                        <a:buClr>
                          <a:schemeClr val="dk1"/>
                        </a:buClr>
                        <a:buSzPts val="1800"/>
                        <a:buFont typeface="Calibri"/>
                        <a:buNone/>
                      </a:pPr>
                      <a:r>
                        <a:t/>
                      </a:r>
                      <a:endParaRPr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Input/ Output</a:t>
                      </a:r>
                      <a:endParaRPr b="1"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lang="en-GB" sz="1800" u="none" cap="none" strike="noStrike">
                          <a:latin typeface="Arial"/>
                          <a:ea typeface="Arial"/>
                          <a:cs typeface="Arial"/>
                          <a:sym typeface="Arial"/>
                        </a:rPr>
                        <a:t>Also called as data symbol, this parallelogram shape is used to input or output data.</a:t>
                      </a:r>
                      <a:endParaRPr sz="1800" u="none" cap="none" strike="noStrike">
                        <a:latin typeface="Arial"/>
                        <a:ea typeface="Arial"/>
                        <a:cs typeface="Arial"/>
                        <a:sym typeface="Arial"/>
                      </a:endParaRPr>
                    </a:p>
                  </a:txBody>
                  <a:tcPr marT="45725" marB="45725" marR="91450" marL="91450"/>
                </a:tc>
              </a:tr>
              <a:tr h="605900">
                <a:tc>
                  <a:txBody>
                    <a:bodyPr/>
                    <a:lstStyle/>
                    <a:p>
                      <a:pPr indent="0" lvl="0" marL="0" marR="0" rtl="0" algn="l">
                        <a:spcBef>
                          <a:spcPts val="0"/>
                        </a:spcBef>
                        <a:spcAft>
                          <a:spcPts val="0"/>
                        </a:spcAft>
                        <a:buClr>
                          <a:schemeClr val="dk1"/>
                        </a:buClr>
                        <a:buSzPts val="1800"/>
                        <a:buFont typeface="Calibri"/>
                        <a:buNone/>
                      </a:pPr>
                      <a:r>
                        <a:t/>
                      </a:r>
                      <a:endParaRPr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b="1" lang="en-GB" sz="1800" u="none" cap="none" strike="noStrike">
                          <a:latin typeface="Arial"/>
                          <a:ea typeface="Arial"/>
                          <a:cs typeface="Arial"/>
                          <a:sym typeface="Arial"/>
                        </a:rPr>
                        <a:t>Arrow</a:t>
                      </a:r>
                      <a:endParaRPr b="1" sz="1800" u="none" cap="none" strike="noStrike">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Clr>
                          <a:schemeClr val="dk1"/>
                        </a:buClr>
                        <a:buSzPts val="1800"/>
                        <a:buFont typeface="Arial"/>
                        <a:buNone/>
                      </a:pPr>
                      <a:r>
                        <a:rPr lang="en-GB" sz="1800" u="none" cap="none" strike="noStrike">
                          <a:latin typeface="Arial"/>
                          <a:ea typeface="Arial"/>
                          <a:cs typeface="Arial"/>
                          <a:sym typeface="Arial"/>
                        </a:rPr>
                        <a:t>Line Connector to show the flow between shapes.</a:t>
                      </a:r>
                      <a:endParaRPr sz="1800" u="none" cap="none" strike="noStrike">
                        <a:latin typeface="Arial"/>
                        <a:ea typeface="Arial"/>
                        <a:cs typeface="Arial"/>
                        <a:sym typeface="Arial"/>
                      </a:endParaRPr>
                    </a:p>
                  </a:txBody>
                  <a:tcPr marT="45725" marB="45725" marR="91450" marL="91450"/>
                </a:tc>
              </a:tr>
            </a:tbl>
          </a:graphicData>
        </a:graphic>
      </p:graphicFrame>
      <p:sp>
        <p:nvSpPr>
          <p:cNvPr id="219" name="Google Shape;219;p29"/>
          <p:cNvSpPr/>
          <p:nvPr/>
        </p:nvSpPr>
        <p:spPr>
          <a:xfrm>
            <a:off x="3288007" y="2661440"/>
            <a:ext cx="1088968" cy="374072"/>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220" name="Google Shape;220;p29"/>
          <p:cNvSpPr/>
          <p:nvPr/>
        </p:nvSpPr>
        <p:spPr>
          <a:xfrm>
            <a:off x="3275213" y="3411986"/>
            <a:ext cx="997528" cy="814646"/>
          </a:xfrm>
          <a:prstGeom prst="flowChartDecision">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221" name="Google Shape;221;p29"/>
          <p:cNvSpPr/>
          <p:nvPr/>
        </p:nvSpPr>
        <p:spPr>
          <a:xfrm>
            <a:off x="3162991" y="4438607"/>
            <a:ext cx="1313411" cy="423949"/>
          </a:xfrm>
          <a:prstGeom prst="flowChartInputOutpu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cxnSp>
        <p:nvCxnSpPr>
          <p:cNvPr id="222" name="Google Shape;222;p29"/>
          <p:cNvCxnSpPr/>
          <p:nvPr/>
        </p:nvCxnSpPr>
        <p:spPr>
          <a:xfrm>
            <a:off x="3162991" y="5452760"/>
            <a:ext cx="1201190" cy="0"/>
          </a:xfrm>
          <a:prstGeom prst="straightConnector1">
            <a:avLst/>
          </a:prstGeom>
          <a:noFill/>
          <a:ln cap="flat" cmpd="sng" w="76200">
            <a:solidFill>
              <a:schemeClr val="accent1"/>
            </a:solidFill>
            <a:prstDash val="solid"/>
            <a:miter lim="800000"/>
            <a:headEnd len="sm" w="sm" type="none"/>
            <a:tailEnd len="med" w="med" type="triangle"/>
          </a:ln>
        </p:spPr>
      </p:cxnSp>
      <p:sp>
        <p:nvSpPr>
          <p:cNvPr id="223" name="Google Shape;223;p29"/>
          <p:cNvSpPr/>
          <p:nvPr/>
        </p:nvSpPr>
        <p:spPr>
          <a:xfrm>
            <a:off x="3392241" y="1987805"/>
            <a:ext cx="880500" cy="418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pic>
        <p:nvPicPr>
          <p:cNvPr id="228" name="Google Shape;228;p30"/>
          <p:cNvPicPr preferRelativeResize="0"/>
          <p:nvPr/>
        </p:nvPicPr>
        <p:blipFill rotWithShape="1">
          <a:blip r:embed="rId3">
            <a:alphaModFix/>
          </a:blip>
          <a:srcRect b="0" l="0" r="0" t="0"/>
          <a:stretch/>
        </p:blipFill>
        <p:spPr>
          <a:xfrm>
            <a:off x="2053244" y="809581"/>
            <a:ext cx="8670175" cy="5238837"/>
          </a:xfrm>
          <a:prstGeom prst="rect">
            <a:avLst/>
          </a:prstGeom>
          <a:noFill/>
          <a:ln>
            <a:noFill/>
          </a:ln>
        </p:spPr>
      </p:pic>
      <p:sp>
        <p:nvSpPr>
          <p:cNvPr id="229" name="Google Shape;229;p30"/>
          <p:cNvSpPr txBox="1"/>
          <p:nvPr>
            <p:ph idx="1" type="body"/>
          </p:nvPr>
        </p:nvSpPr>
        <p:spPr>
          <a:xfrm>
            <a:off x="2053244" y="1433986"/>
            <a:ext cx="9659389" cy="5324261"/>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0"/>
              </a:spcBef>
              <a:spcAft>
                <a:spcPts val="0"/>
              </a:spcAft>
              <a:buClr>
                <a:schemeClr val="dk1"/>
              </a:buClr>
              <a:buSzPts val="2400"/>
              <a:buFont typeface="Noto Sans Symbols"/>
              <a:buNone/>
            </a:pPr>
            <a:r>
              <a:t/>
            </a:r>
            <a:endParaRPr/>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30" name="Google Shape;230;p30"/>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b="0" lang="en-GB" sz="1200"/>
              <a:t>Pseudocode Keywords</a:t>
            </a:r>
            <a:endParaRPr/>
          </a:p>
          <a:p>
            <a:pPr indent="0" lvl="0" marL="0" rtl="0" algn="ctr">
              <a:lnSpc>
                <a:spcPct val="90000"/>
              </a:lnSpc>
              <a:spcBef>
                <a:spcPts val="1000"/>
              </a:spcBef>
              <a:spcAft>
                <a:spcPts val="0"/>
              </a:spcAft>
              <a:buClr>
                <a:schemeClr val="dk1"/>
              </a:buClr>
              <a:buSzPts val="1200"/>
              <a:buNone/>
            </a:pPr>
            <a:r>
              <a:rPr b="0" lang="en-GB" sz="1200"/>
              <a:t>Exercise and Example</a:t>
            </a:r>
            <a:endParaRPr/>
          </a:p>
          <a:p>
            <a:pPr indent="0" lvl="0" marL="0" rtl="0" algn="ctr">
              <a:lnSpc>
                <a:spcPct val="90000"/>
              </a:lnSpc>
              <a:spcBef>
                <a:spcPts val="1000"/>
              </a:spcBef>
              <a:spcAft>
                <a:spcPts val="0"/>
              </a:spcAft>
              <a:buClr>
                <a:schemeClr val="dk1"/>
              </a:buClr>
              <a:buSzPts val="1200"/>
              <a:buNone/>
            </a:pPr>
            <a:r>
              <a:rPr b="0" lang="en-GB" sz="1200"/>
              <a:t>Flowchart</a:t>
            </a:r>
            <a:endParaRPr/>
          </a:p>
          <a:p>
            <a:pPr indent="0" lvl="0" marL="0" rtl="0" algn="ctr">
              <a:lnSpc>
                <a:spcPct val="90000"/>
              </a:lnSpc>
              <a:spcBef>
                <a:spcPts val="1000"/>
              </a:spcBef>
              <a:spcAft>
                <a:spcPts val="0"/>
              </a:spcAft>
              <a:buClr>
                <a:schemeClr val="dk1"/>
              </a:buClr>
              <a:buSzPts val="1200"/>
              <a:buNone/>
            </a:pPr>
            <a:r>
              <a:rPr b="0" lang="en-GB" sz="1200"/>
              <a:t>Flowchart Basic Symbols</a:t>
            </a:r>
            <a:endParaRPr/>
          </a:p>
          <a:p>
            <a:pPr indent="0" lvl="0" marL="0" rtl="0" algn="ctr">
              <a:lnSpc>
                <a:spcPct val="90000"/>
              </a:lnSpc>
              <a:spcBef>
                <a:spcPts val="1000"/>
              </a:spcBef>
              <a:spcAft>
                <a:spcPts val="0"/>
              </a:spcAft>
              <a:buClr>
                <a:schemeClr val="dk1"/>
              </a:buClr>
              <a:buSzPts val="1200"/>
              <a:buNone/>
            </a:pPr>
            <a:r>
              <a:rPr lang="en-GB" sz="1200"/>
              <a:t>Flowchart Advanced Symbols</a:t>
            </a:r>
            <a:endParaRPr/>
          </a:p>
          <a:p>
            <a:pPr indent="0" lvl="0" marL="0" rtl="0" algn="ctr">
              <a:lnSpc>
                <a:spcPct val="90000"/>
              </a:lnSpc>
              <a:spcBef>
                <a:spcPts val="1000"/>
              </a:spcBef>
              <a:spcAft>
                <a:spcPts val="0"/>
              </a:spcAft>
              <a:buClr>
                <a:schemeClr val="dk1"/>
              </a:buClr>
              <a:buSzPts val="1200"/>
              <a:buNone/>
            </a:pPr>
            <a:r>
              <a:t/>
            </a:r>
            <a:endParaRPr sz="1200"/>
          </a:p>
          <a:p>
            <a:pPr indent="0" lvl="0" marL="0" rtl="0" algn="ctr">
              <a:lnSpc>
                <a:spcPct val="90000"/>
              </a:lnSpc>
              <a:spcBef>
                <a:spcPts val="1000"/>
              </a:spcBef>
              <a:spcAft>
                <a:spcPts val="0"/>
              </a:spcAft>
              <a:buClr>
                <a:schemeClr val="dk1"/>
              </a:buClr>
              <a:buSzPts val="1200"/>
              <a:buNone/>
            </a:pPr>
            <a:r>
              <a:t/>
            </a:r>
            <a:endParaRPr sz="1200"/>
          </a:p>
          <a:p>
            <a:pPr indent="0" lvl="0" marL="0" rtl="0" algn="ctr">
              <a:lnSpc>
                <a:spcPct val="90000"/>
              </a:lnSpc>
              <a:spcBef>
                <a:spcPts val="1000"/>
              </a:spcBef>
              <a:spcAft>
                <a:spcPts val="0"/>
              </a:spcAft>
              <a:buClr>
                <a:schemeClr val="dk1"/>
              </a:buClr>
              <a:buSzPts val="1200"/>
              <a:buNone/>
            </a:pPr>
            <a:r>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31"/>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Example</a:t>
            </a:r>
            <a:endParaRPr/>
          </a:p>
        </p:txBody>
      </p:sp>
      <p:sp>
        <p:nvSpPr>
          <p:cNvPr id="236" name="Google Shape;236;p31"/>
          <p:cNvSpPr txBox="1"/>
          <p:nvPr>
            <p:ph idx="1" type="body"/>
          </p:nvPr>
        </p:nvSpPr>
        <p:spPr>
          <a:xfrm>
            <a:off x="2053244" y="1433986"/>
            <a:ext cx="9659389" cy="532426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Noto Sans Symbols"/>
              <a:buChar char="▪"/>
            </a:pPr>
            <a:r>
              <a:rPr b="1" lang="en-GB" sz="2400">
                <a:solidFill>
                  <a:schemeClr val="dk1"/>
                </a:solidFill>
              </a:rPr>
              <a:t>Draw a flowchart of the sum of two numbers</a:t>
            </a:r>
            <a:endParaRPr/>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37" name="Google Shape;237;p31"/>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600"/>
              <a:buNone/>
            </a:pPr>
            <a:r>
              <a:t/>
            </a:r>
            <a:endParaRPr/>
          </a:p>
          <a:p>
            <a:pPr indent="0" lvl="0" marL="0" rtl="0" algn="ctr">
              <a:lnSpc>
                <a:spcPct val="90000"/>
              </a:lnSpc>
              <a:spcBef>
                <a:spcPts val="1000"/>
              </a:spcBef>
              <a:spcAft>
                <a:spcPts val="0"/>
              </a:spcAft>
              <a:buClr>
                <a:schemeClr val="dk1"/>
              </a:buClr>
              <a:buSzPts val="1600"/>
              <a:buNone/>
            </a:pPr>
            <a:r>
              <a:t/>
            </a:r>
            <a:endParaRPr u="sng"/>
          </a:p>
          <a:p>
            <a:pPr indent="0" lvl="0" marL="0" rtl="0" algn="ctr">
              <a:lnSpc>
                <a:spcPct val="90000"/>
              </a:lnSpc>
              <a:spcBef>
                <a:spcPts val="1000"/>
              </a:spcBef>
              <a:spcAft>
                <a:spcPts val="0"/>
              </a:spcAft>
              <a:buClr>
                <a:schemeClr val="dk1"/>
              </a:buClr>
              <a:buSzPts val="1600"/>
              <a:buNone/>
            </a:pPr>
            <a:r>
              <a:rPr lang="en-GB" u="sng"/>
              <a:t>Navigation</a:t>
            </a:r>
            <a:endParaRPr/>
          </a:p>
          <a:p>
            <a:pPr indent="0" lvl="0" marL="0" rtl="0" algn="ctr">
              <a:lnSpc>
                <a:spcPct val="90000"/>
              </a:lnSpc>
              <a:spcBef>
                <a:spcPts val="1000"/>
              </a:spcBef>
              <a:spcAft>
                <a:spcPts val="0"/>
              </a:spcAft>
              <a:buClr>
                <a:schemeClr val="dk1"/>
              </a:buClr>
              <a:buSzPts val="1200"/>
              <a:buNone/>
            </a:pPr>
            <a:r>
              <a:rPr b="0" lang="en-GB" sz="1200"/>
              <a:t>Agenda</a:t>
            </a:r>
            <a:endParaRPr/>
          </a:p>
          <a:p>
            <a:pPr indent="0" lvl="0" marL="0" rtl="0" algn="ctr">
              <a:lnSpc>
                <a:spcPct val="90000"/>
              </a:lnSpc>
              <a:spcBef>
                <a:spcPts val="1000"/>
              </a:spcBef>
              <a:spcAft>
                <a:spcPts val="0"/>
              </a:spcAft>
              <a:buClr>
                <a:schemeClr val="dk1"/>
              </a:buClr>
              <a:buSzPts val="1200"/>
              <a:buNone/>
            </a:pPr>
            <a:r>
              <a:rPr b="0" lang="en-GB" sz="1200"/>
              <a:t>How to start</a:t>
            </a:r>
            <a:endParaRPr/>
          </a:p>
          <a:p>
            <a:pPr indent="0" lvl="0" marL="0" rtl="0" algn="ctr">
              <a:lnSpc>
                <a:spcPct val="90000"/>
              </a:lnSpc>
              <a:spcBef>
                <a:spcPts val="1000"/>
              </a:spcBef>
              <a:spcAft>
                <a:spcPts val="0"/>
              </a:spcAft>
              <a:buClr>
                <a:schemeClr val="dk1"/>
              </a:buClr>
              <a:buSzPts val="1200"/>
              <a:buNone/>
            </a:pPr>
            <a:r>
              <a:rPr b="0" lang="en-GB" sz="1200"/>
              <a:t>Scenario based problem</a:t>
            </a:r>
            <a:endParaRPr/>
          </a:p>
          <a:p>
            <a:pPr indent="0" lvl="0" marL="0" rtl="0" algn="ctr">
              <a:lnSpc>
                <a:spcPct val="90000"/>
              </a:lnSpc>
              <a:spcBef>
                <a:spcPts val="1000"/>
              </a:spcBef>
              <a:spcAft>
                <a:spcPts val="0"/>
              </a:spcAft>
              <a:buClr>
                <a:schemeClr val="dk1"/>
              </a:buClr>
              <a:buSzPts val="1200"/>
              <a:buNone/>
            </a:pPr>
            <a:r>
              <a:rPr b="0" lang="en-GB" sz="1200"/>
              <a:t>A methodological approach</a:t>
            </a:r>
            <a:endParaRPr b="0" sz="1200"/>
          </a:p>
          <a:p>
            <a:pPr indent="0" lvl="0" marL="0" rtl="0" algn="ctr">
              <a:lnSpc>
                <a:spcPct val="90000"/>
              </a:lnSpc>
              <a:spcBef>
                <a:spcPts val="1000"/>
              </a:spcBef>
              <a:spcAft>
                <a:spcPts val="0"/>
              </a:spcAft>
              <a:buClr>
                <a:schemeClr val="dk1"/>
              </a:buClr>
              <a:buSzPts val="1200"/>
              <a:buNone/>
            </a:pPr>
            <a:r>
              <a:rPr b="0" lang="en-GB" sz="1200"/>
              <a:t>Algorithms</a:t>
            </a:r>
            <a:endParaRPr/>
          </a:p>
          <a:p>
            <a:pPr indent="0" lvl="0" marL="0" rtl="0" algn="ctr">
              <a:lnSpc>
                <a:spcPct val="90000"/>
              </a:lnSpc>
              <a:spcBef>
                <a:spcPts val="1000"/>
              </a:spcBef>
              <a:spcAft>
                <a:spcPts val="0"/>
              </a:spcAft>
              <a:buClr>
                <a:schemeClr val="dk1"/>
              </a:buClr>
              <a:buSzPts val="1200"/>
              <a:buNone/>
            </a:pPr>
            <a:r>
              <a:rPr b="0" lang="en-GB" sz="1200"/>
              <a:t>Characteristics of Good Algorithms</a:t>
            </a:r>
            <a:endParaRPr/>
          </a:p>
          <a:p>
            <a:pPr indent="0" lvl="0" marL="0" rtl="0" algn="ctr">
              <a:lnSpc>
                <a:spcPct val="90000"/>
              </a:lnSpc>
              <a:spcBef>
                <a:spcPts val="1000"/>
              </a:spcBef>
              <a:spcAft>
                <a:spcPts val="0"/>
              </a:spcAft>
              <a:buClr>
                <a:schemeClr val="dk1"/>
              </a:buClr>
              <a:buSzPts val="1200"/>
              <a:buNone/>
            </a:pPr>
            <a:r>
              <a:rPr b="0" lang="en-GB" sz="1200"/>
              <a:t>Example and Exercise</a:t>
            </a:r>
            <a:endParaRPr/>
          </a:p>
          <a:p>
            <a:pPr indent="0" lvl="0" marL="0" rtl="0" algn="ctr">
              <a:lnSpc>
                <a:spcPct val="90000"/>
              </a:lnSpc>
              <a:spcBef>
                <a:spcPts val="1000"/>
              </a:spcBef>
              <a:spcAft>
                <a:spcPts val="0"/>
              </a:spcAft>
              <a:buClr>
                <a:schemeClr val="dk1"/>
              </a:buClr>
              <a:buSzPts val="1200"/>
              <a:buNone/>
            </a:pPr>
            <a:r>
              <a:rPr b="0" lang="en-GB" sz="1200"/>
              <a:t>Pseudocode</a:t>
            </a:r>
            <a:endParaRPr/>
          </a:p>
          <a:p>
            <a:pPr indent="0" lvl="0" marL="0" rtl="0" algn="ctr">
              <a:lnSpc>
                <a:spcPct val="90000"/>
              </a:lnSpc>
              <a:spcBef>
                <a:spcPts val="1000"/>
              </a:spcBef>
              <a:spcAft>
                <a:spcPts val="0"/>
              </a:spcAft>
              <a:buClr>
                <a:schemeClr val="dk1"/>
              </a:buClr>
              <a:buSzPts val="1200"/>
              <a:buNone/>
            </a:pPr>
            <a:r>
              <a:rPr b="0" lang="en-GB" sz="1200"/>
              <a:t>Pseudocode Keywords</a:t>
            </a:r>
            <a:endParaRPr/>
          </a:p>
          <a:p>
            <a:pPr indent="0" lvl="0" marL="0" rtl="0" algn="ctr">
              <a:lnSpc>
                <a:spcPct val="90000"/>
              </a:lnSpc>
              <a:spcBef>
                <a:spcPts val="1000"/>
              </a:spcBef>
              <a:spcAft>
                <a:spcPts val="0"/>
              </a:spcAft>
              <a:buClr>
                <a:schemeClr val="dk1"/>
              </a:buClr>
              <a:buSzPts val="1200"/>
              <a:buNone/>
            </a:pPr>
            <a:r>
              <a:rPr b="0" lang="en-GB" sz="1200"/>
              <a:t>Exercise and Example</a:t>
            </a:r>
            <a:endParaRPr/>
          </a:p>
          <a:p>
            <a:pPr indent="0" lvl="0" marL="0" rtl="0" algn="ctr">
              <a:lnSpc>
                <a:spcPct val="90000"/>
              </a:lnSpc>
              <a:spcBef>
                <a:spcPts val="1000"/>
              </a:spcBef>
              <a:spcAft>
                <a:spcPts val="0"/>
              </a:spcAft>
              <a:buClr>
                <a:schemeClr val="dk1"/>
              </a:buClr>
              <a:buSzPts val="1200"/>
              <a:buNone/>
            </a:pPr>
            <a:r>
              <a:rPr b="0" lang="en-GB" sz="1200"/>
              <a:t>Flowchart Basic Symbols</a:t>
            </a:r>
            <a:endParaRPr/>
          </a:p>
          <a:p>
            <a:pPr indent="0" lvl="0" marL="0" rtl="0" algn="ctr">
              <a:lnSpc>
                <a:spcPct val="90000"/>
              </a:lnSpc>
              <a:spcBef>
                <a:spcPts val="1000"/>
              </a:spcBef>
              <a:spcAft>
                <a:spcPts val="0"/>
              </a:spcAft>
              <a:buClr>
                <a:schemeClr val="dk1"/>
              </a:buClr>
              <a:buSzPts val="1200"/>
              <a:buNone/>
            </a:pPr>
            <a:r>
              <a:rPr b="0" lang="en-GB" sz="1200"/>
              <a:t>Flowchart Advanced Symbols</a:t>
            </a:r>
            <a:endParaRPr/>
          </a:p>
          <a:p>
            <a:pPr indent="0" lvl="0" marL="0" rtl="0" algn="ctr">
              <a:lnSpc>
                <a:spcPct val="90000"/>
              </a:lnSpc>
              <a:spcBef>
                <a:spcPts val="1000"/>
              </a:spcBef>
              <a:spcAft>
                <a:spcPts val="0"/>
              </a:spcAft>
              <a:buClr>
                <a:schemeClr val="dk1"/>
              </a:buClr>
              <a:buSzPts val="1200"/>
              <a:buNone/>
            </a:pPr>
            <a:r>
              <a:rPr lang="en-GB" sz="1200"/>
              <a:t>Example and Exercise</a:t>
            </a:r>
            <a:endParaRPr/>
          </a:p>
          <a:p>
            <a:pPr indent="0" lvl="0" marL="0" rtl="0" algn="ctr">
              <a:lnSpc>
                <a:spcPct val="90000"/>
              </a:lnSpc>
              <a:spcBef>
                <a:spcPts val="1000"/>
              </a:spcBef>
              <a:spcAft>
                <a:spcPts val="0"/>
              </a:spcAft>
              <a:buClr>
                <a:schemeClr val="dk1"/>
              </a:buClr>
              <a:buSzPts val="1200"/>
              <a:buNone/>
            </a:pPr>
            <a:r>
              <a:t/>
            </a:r>
            <a:endParaRPr sz="1200"/>
          </a:p>
        </p:txBody>
      </p:sp>
      <p:pic>
        <p:nvPicPr>
          <p:cNvPr descr="C Program Practicals: Flowchart to Add two numbers." id="238" name="Google Shape;238;p31"/>
          <p:cNvPicPr preferRelativeResize="0"/>
          <p:nvPr/>
        </p:nvPicPr>
        <p:blipFill rotWithShape="1">
          <a:blip r:embed="rId3">
            <a:alphaModFix/>
          </a:blip>
          <a:srcRect b="0" l="0" r="0" t="0"/>
          <a:stretch/>
        </p:blipFill>
        <p:spPr>
          <a:xfrm>
            <a:off x="4404208" y="1972747"/>
            <a:ext cx="3377716" cy="466081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32"/>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Exercise</a:t>
            </a:r>
            <a:endParaRPr/>
          </a:p>
        </p:txBody>
      </p:sp>
      <p:sp>
        <p:nvSpPr>
          <p:cNvPr id="244" name="Google Shape;244;p32"/>
          <p:cNvSpPr txBox="1"/>
          <p:nvPr>
            <p:ph idx="1" type="body"/>
          </p:nvPr>
        </p:nvSpPr>
        <p:spPr>
          <a:xfrm>
            <a:off x="2053244" y="1433986"/>
            <a:ext cx="9659389" cy="532426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Noto Sans Symbols"/>
              <a:buChar char="▪"/>
            </a:pPr>
            <a:r>
              <a:rPr b="1" lang="en-GB" sz="2400">
                <a:solidFill>
                  <a:schemeClr val="dk1"/>
                </a:solidFill>
              </a:rPr>
              <a:t>Draw a flowchart of the area of rectangle</a:t>
            </a:r>
            <a:endParaRPr/>
          </a:p>
          <a:p>
            <a:pPr indent="-76200" lvl="0" marL="228600" rtl="0" algn="l">
              <a:lnSpc>
                <a:spcPct val="90000"/>
              </a:lnSpc>
              <a:spcBef>
                <a:spcPts val="1000"/>
              </a:spcBef>
              <a:spcAft>
                <a:spcPts val="0"/>
              </a:spcAft>
              <a:buClr>
                <a:schemeClr val="dk1"/>
              </a:buClr>
              <a:buSzPts val="2400"/>
              <a:buFont typeface="Noto Sans Symbols"/>
              <a:buNone/>
            </a:pPr>
            <a:r>
              <a:t/>
            </a:r>
            <a:endParaRPr/>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45" name="Google Shape;245;p32"/>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t/>
            </a:r>
            <a:endParaRPr u="sng"/>
          </a:p>
          <a:p>
            <a:pPr indent="0" lvl="0" marL="0" rtl="0" algn="ctr">
              <a:lnSpc>
                <a:spcPct val="90000"/>
              </a:lnSpc>
              <a:spcBef>
                <a:spcPts val="1000"/>
              </a:spcBef>
              <a:spcAft>
                <a:spcPts val="0"/>
              </a:spcAft>
              <a:buClr>
                <a:schemeClr val="dk1"/>
              </a:buClr>
              <a:buSzPct val="100000"/>
              <a:buNone/>
            </a:pPr>
            <a:r>
              <a:rPr lang="en-GB" u="sng"/>
              <a:t>Navigation</a:t>
            </a:r>
            <a:endParaRPr/>
          </a:p>
          <a:p>
            <a:pPr indent="0" lvl="0" marL="0" rtl="0" algn="ctr">
              <a:lnSpc>
                <a:spcPct val="90000"/>
              </a:lnSpc>
              <a:spcBef>
                <a:spcPts val="1000"/>
              </a:spcBef>
              <a:spcAft>
                <a:spcPts val="0"/>
              </a:spcAft>
              <a:buClr>
                <a:schemeClr val="dk1"/>
              </a:buClr>
              <a:buSzPct val="100000"/>
              <a:buNone/>
            </a:pPr>
            <a:r>
              <a:rPr b="0" lang="en-GB" sz="1600"/>
              <a:t>Agenda</a:t>
            </a:r>
            <a:endParaRPr/>
          </a:p>
          <a:p>
            <a:pPr indent="0" lvl="0" marL="0" rtl="0" algn="ctr">
              <a:lnSpc>
                <a:spcPct val="90000"/>
              </a:lnSpc>
              <a:spcBef>
                <a:spcPts val="1000"/>
              </a:spcBef>
              <a:spcAft>
                <a:spcPts val="0"/>
              </a:spcAft>
              <a:buClr>
                <a:schemeClr val="dk1"/>
              </a:buClr>
              <a:buSzPct val="100000"/>
              <a:buNone/>
            </a:pPr>
            <a:r>
              <a:rPr b="0" lang="en-GB" sz="1600"/>
              <a:t>How to start</a:t>
            </a:r>
            <a:endParaRPr/>
          </a:p>
          <a:p>
            <a:pPr indent="0" lvl="0" marL="0" rtl="0" algn="ctr">
              <a:lnSpc>
                <a:spcPct val="90000"/>
              </a:lnSpc>
              <a:spcBef>
                <a:spcPts val="1000"/>
              </a:spcBef>
              <a:spcAft>
                <a:spcPts val="0"/>
              </a:spcAft>
              <a:buClr>
                <a:schemeClr val="dk1"/>
              </a:buClr>
              <a:buSzPct val="100000"/>
              <a:buNone/>
            </a:pPr>
            <a:r>
              <a:rPr b="0" lang="en-GB" sz="1600"/>
              <a:t>Scenario based problem</a:t>
            </a:r>
            <a:endParaRPr/>
          </a:p>
          <a:p>
            <a:pPr indent="0" lvl="0" marL="0" rtl="0" algn="ctr">
              <a:lnSpc>
                <a:spcPct val="90000"/>
              </a:lnSpc>
              <a:spcBef>
                <a:spcPts val="1000"/>
              </a:spcBef>
              <a:spcAft>
                <a:spcPts val="0"/>
              </a:spcAft>
              <a:buClr>
                <a:schemeClr val="dk1"/>
              </a:buClr>
              <a:buSzPct val="100000"/>
              <a:buNone/>
            </a:pPr>
            <a:r>
              <a:rPr b="0" lang="en-GB" sz="1600"/>
              <a:t>A methodological approach</a:t>
            </a:r>
            <a:endParaRPr b="0" sz="1600"/>
          </a:p>
          <a:p>
            <a:pPr indent="0" lvl="0" marL="0" rtl="0" algn="ctr">
              <a:lnSpc>
                <a:spcPct val="90000"/>
              </a:lnSpc>
              <a:spcBef>
                <a:spcPts val="1000"/>
              </a:spcBef>
              <a:spcAft>
                <a:spcPts val="0"/>
              </a:spcAft>
              <a:buClr>
                <a:schemeClr val="dk1"/>
              </a:buClr>
              <a:buSzPct val="100000"/>
              <a:buNone/>
            </a:pPr>
            <a:r>
              <a:rPr b="0" lang="en-GB" sz="1600"/>
              <a:t>Algorithms</a:t>
            </a:r>
            <a:endParaRPr/>
          </a:p>
          <a:p>
            <a:pPr indent="0" lvl="0" marL="0" rtl="0" algn="ctr">
              <a:lnSpc>
                <a:spcPct val="90000"/>
              </a:lnSpc>
              <a:spcBef>
                <a:spcPts val="1000"/>
              </a:spcBef>
              <a:spcAft>
                <a:spcPts val="0"/>
              </a:spcAft>
              <a:buClr>
                <a:schemeClr val="dk1"/>
              </a:buClr>
              <a:buSzPct val="100000"/>
              <a:buNone/>
            </a:pPr>
            <a:r>
              <a:rPr b="0" lang="en-GB" sz="1600"/>
              <a:t>Characteristics of Good Algorithms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600"/>
              <a:t>Pseudocode</a:t>
            </a:r>
            <a:endParaRPr/>
          </a:p>
          <a:p>
            <a:pPr indent="0" lvl="0" marL="0" rtl="0" algn="ctr">
              <a:lnSpc>
                <a:spcPct val="90000"/>
              </a:lnSpc>
              <a:spcBef>
                <a:spcPts val="1000"/>
              </a:spcBef>
              <a:spcAft>
                <a:spcPts val="0"/>
              </a:spcAft>
              <a:buClr>
                <a:schemeClr val="dk1"/>
              </a:buClr>
              <a:buSzPct val="100000"/>
              <a:buNone/>
            </a:pPr>
            <a:r>
              <a:rPr b="0" lang="en-GB" sz="1600"/>
              <a:t>Pseudocode Keywords</a:t>
            </a:r>
            <a:endParaRPr/>
          </a:p>
          <a:p>
            <a:pPr indent="0" lvl="0" marL="0" rtl="0" algn="ctr">
              <a:lnSpc>
                <a:spcPct val="90000"/>
              </a:lnSpc>
              <a:spcBef>
                <a:spcPts val="1000"/>
              </a:spcBef>
              <a:spcAft>
                <a:spcPts val="0"/>
              </a:spcAft>
              <a:buClr>
                <a:schemeClr val="dk1"/>
              </a:buClr>
              <a:buSzPct val="100000"/>
              <a:buNone/>
            </a:pPr>
            <a:r>
              <a:rPr b="0" lang="en-GB" sz="1600"/>
              <a:t>Exercise and Example</a:t>
            </a:r>
            <a:endParaRPr/>
          </a:p>
          <a:p>
            <a:pPr indent="0" lvl="0" marL="0" rtl="0" algn="ctr">
              <a:lnSpc>
                <a:spcPct val="90000"/>
              </a:lnSpc>
              <a:spcBef>
                <a:spcPts val="1000"/>
              </a:spcBef>
              <a:spcAft>
                <a:spcPts val="0"/>
              </a:spcAft>
              <a:buClr>
                <a:schemeClr val="dk1"/>
              </a:buClr>
              <a:buSzPct val="100000"/>
              <a:buNone/>
            </a:pPr>
            <a:r>
              <a:rPr b="0" lang="en-GB" sz="1600"/>
              <a:t>Flowchart Basic Symbols</a:t>
            </a:r>
            <a:endParaRPr/>
          </a:p>
          <a:p>
            <a:pPr indent="0" lvl="0" marL="0" rtl="0" algn="ctr">
              <a:lnSpc>
                <a:spcPct val="90000"/>
              </a:lnSpc>
              <a:spcBef>
                <a:spcPts val="1000"/>
              </a:spcBef>
              <a:spcAft>
                <a:spcPts val="0"/>
              </a:spcAft>
              <a:buClr>
                <a:schemeClr val="dk1"/>
              </a:buClr>
              <a:buSzPct val="100000"/>
              <a:buNone/>
            </a:pPr>
            <a:r>
              <a:rPr b="0" lang="en-GB" sz="1600"/>
              <a:t>Flowchart Advanced Symbols</a:t>
            </a:r>
            <a:endParaRPr/>
          </a:p>
          <a:p>
            <a:pPr indent="0" lvl="0" marL="0" rtl="0" algn="ctr">
              <a:lnSpc>
                <a:spcPct val="90000"/>
              </a:lnSpc>
              <a:spcBef>
                <a:spcPts val="1000"/>
              </a:spcBef>
              <a:spcAft>
                <a:spcPts val="0"/>
              </a:spcAft>
              <a:buClr>
                <a:schemeClr val="dk1"/>
              </a:buClr>
              <a:buSzPct val="100000"/>
              <a:buNone/>
            </a:pPr>
            <a:r>
              <a:rPr lang="en-GB" sz="1600"/>
              <a:t>Example and Exercise</a:t>
            </a:r>
            <a:endParaRPr/>
          </a:p>
          <a:p>
            <a:pPr indent="0" lvl="0" marL="0" rtl="0" algn="ctr">
              <a:lnSpc>
                <a:spcPct val="90000"/>
              </a:lnSpc>
              <a:spcBef>
                <a:spcPts val="1000"/>
              </a:spcBef>
              <a:spcAft>
                <a:spcPts val="0"/>
              </a:spcAft>
              <a:buClr>
                <a:schemeClr val="dk1"/>
              </a:buClr>
              <a:buSzPct val="100000"/>
              <a:buNone/>
            </a:pPr>
            <a:r>
              <a:t/>
            </a:r>
            <a:endParaRPr sz="1200"/>
          </a:p>
        </p:txBody>
      </p:sp>
      <p:pic>
        <p:nvPicPr>
          <p:cNvPr id="246" name="Google Shape;246;p32"/>
          <p:cNvPicPr preferRelativeResize="0"/>
          <p:nvPr/>
        </p:nvPicPr>
        <p:blipFill rotWithShape="1">
          <a:blip r:embed="rId3">
            <a:alphaModFix/>
          </a:blip>
          <a:srcRect b="0" l="0" r="0" t="0"/>
          <a:stretch/>
        </p:blipFill>
        <p:spPr>
          <a:xfrm>
            <a:off x="3997625" y="2094026"/>
            <a:ext cx="2647950" cy="4515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33"/>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Flow of Control</a:t>
            </a:r>
            <a:endParaRPr/>
          </a:p>
        </p:txBody>
      </p:sp>
      <p:sp>
        <p:nvSpPr>
          <p:cNvPr id="252" name="Google Shape;252;p33"/>
          <p:cNvSpPr txBox="1"/>
          <p:nvPr>
            <p:ph idx="1" type="body"/>
          </p:nvPr>
        </p:nvSpPr>
        <p:spPr>
          <a:xfrm>
            <a:off x="2053244" y="1433986"/>
            <a:ext cx="9659389" cy="5324261"/>
          </a:xfrm>
          <a:prstGeom prst="rect">
            <a:avLst/>
          </a:prstGeom>
          <a:noFill/>
          <a:ln>
            <a:noFill/>
          </a:ln>
        </p:spPr>
        <p:txBody>
          <a:bodyPr anchorCtr="0" anchor="t" bIns="45700" lIns="91425" spcFirstLastPara="1" rIns="91425" wrap="square" tIns="45700">
            <a:normAutofit/>
          </a:bodyPr>
          <a:lstStyle/>
          <a:p>
            <a:pPr indent="-228600" lvl="1" marL="685800" rtl="0" algn="l">
              <a:lnSpc>
                <a:spcPct val="150000"/>
              </a:lnSpc>
              <a:spcBef>
                <a:spcPts val="0"/>
              </a:spcBef>
              <a:spcAft>
                <a:spcPts val="0"/>
              </a:spcAft>
              <a:buClr>
                <a:schemeClr val="dk1"/>
              </a:buClr>
              <a:buSzPts val="2000"/>
              <a:buFont typeface="Noto Sans Symbols"/>
              <a:buChar char="▪"/>
            </a:pPr>
            <a:r>
              <a:rPr lang="en-GB"/>
              <a:t>As previously discussed, the </a:t>
            </a:r>
            <a:r>
              <a:rPr b="1" lang="en-GB">
                <a:solidFill>
                  <a:srgbClr val="00B0F0"/>
                </a:solidFill>
              </a:rPr>
              <a:t>flow of control depicts</a:t>
            </a:r>
            <a:r>
              <a:rPr lang="en-GB"/>
              <a:t> the flow of events as represented in the flow chart. </a:t>
            </a:r>
            <a:endParaRPr/>
          </a:p>
          <a:p>
            <a:pPr indent="-228600" lvl="1" marL="685800" rtl="0" algn="l">
              <a:lnSpc>
                <a:spcPct val="150000"/>
              </a:lnSpc>
              <a:spcBef>
                <a:spcPts val="500"/>
              </a:spcBef>
              <a:spcAft>
                <a:spcPts val="0"/>
              </a:spcAft>
              <a:buClr>
                <a:schemeClr val="dk1"/>
              </a:buClr>
              <a:buSzPts val="2000"/>
              <a:buFont typeface="Noto Sans Symbols"/>
              <a:buChar char="▪"/>
            </a:pPr>
            <a:r>
              <a:rPr lang="en-GB"/>
              <a:t>The events can flow in a </a:t>
            </a:r>
            <a:r>
              <a:rPr b="1" lang="en-GB">
                <a:solidFill>
                  <a:srgbClr val="00B0F0"/>
                </a:solidFill>
              </a:rPr>
              <a:t>sequence</a:t>
            </a:r>
            <a:r>
              <a:rPr lang="en-GB"/>
              <a:t>, or on branch based on a </a:t>
            </a:r>
            <a:r>
              <a:rPr b="1" lang="en-GB">
                <a:solidFill>
                  <a:srgbClr val="00B0F0"/>
                </a:solidFill>
              </a:rPr>
              <a:t>decision</a:t>
            </a:r>
            <a:r>
              <a:rPr lang="en-GB">
                <a:solidFill>
                  <a:srgbClr val="00B0F0"/>
                </a:solidFill>
              </a:rPr>
              <a:t> </a:t>
            </a:r>
            <a:r>
              <a:rPr lang="en-GB"/>
              <a:t>or even </a:t>
            </a:r>
            <a:r>
              <a:rPr b="1" lang="en-GB">
                <a:solidFill>
                  <a:srgbClr val="00B0F0"/>
                </a:solidFill>
              </a:rPr>
              <a:t>repeat</a:t>
            </a:r>
            <a:r>
              <a:rPr lang="en-GB">
                <a:solidFill>
                  <a:srgbClr val="00B0F0"/>
                </a:solidFill>
              </a:rPr>
              <a:t> </a:t>
            </a:r>
            <a:r>
              <a:rPr lang="en-GB"/>
              <a:t>some part for a finite number of times.</a:t>
            </a:r>
            <a:endParaRPr/>
          </a:p>
          <a:p>
            <a:pPr indent="-228600" lvl="1" marL="685800" rtl="0" algn="l">
              <a:lnSpc>
                <a:spcPct val="150000"/>
              </a:lnSpc>
              <a:spcBef>
                <a:spcPts val="500"/>
              </a:spcBef>
              <a:spcAft>
                <a:spcPts val="0"/>
              </a:spcAft>
              <a:buClr>
                <a:schemeClr val="dk1"/>
              </a:buClr>
              <a:buSzPts val="2000"/>
              <a:buFont typeface="Noto Sans Symbols"/>
              <a:buChar char="▪"/>
            </a:pPr>
            <a:r>
              <a:rPr lang="en-GB"/>
              <a:t> Such flow of control is denoted as </a:t>
            </a:r>
            <a:r>
              <a:rPr lang="en-GB">
                <a:solidFill>
                  <a:srgbClr val="00B050"/>
                </a:solidFill>
              </a:rPr>
              <a:t>sequence, selection and repetition</a:t>
            </a:r>
            <a:endParaRPr/>
          </a:p>
          <a:p>
            <a:pPr indent="0" lvl="0" marL="0" rtl="0" algn="l">
              <a:lnSpc>
                <a:spcPct val="90000"/>
              </a:lnSpc>
              <a:spcBef>
                <a:spcPts val="100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53" name="Google Shape;253;p33"/>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t/>
            </a:r>
            <a:endParaRPr u="sng"/>
          </a:p>
          <a:p>
            <a:pPr indent="0" lvl="0" marL="0" rtl="0" algn="ctr">
              <a:lnSpc>
                <a:spcPct val="90000"/>
              </a:lnSpc>
              <a:spcBef>
                <a:spcPts val="1000"/>
              </a:spcBef>
              <a:spcAft>
                <a:spcPts val="0"/>
              </a:spcAft>
              <a:buClr>
                <a:schemeClr val="dk1"/>
              </a:buClr>
              <a:buSzPct val="100000"/>
              <a:buNone/>
            </a:pPr>
            <a:r>
              <a:rPr lang="en-GB" u="sng"/>
              <a:t>Navigation</a:t>
            </a:r>
            <a:endParaRPr/>
          </a:p>
          <a:p>
            <a:pPr indent="0" lvl="0" marL="0" rtl="0" algn="ctr">
              <a:lnSpc>
                <a:spcPct val="90000"/>
              </a:lnSpc>
              <a:spcBef>
                <a:spcPts val="1000"/>
              </a:spcBef>
              <a:spcAft>
                <a:spcPts val="0"/>
              </a:spcAft>
              <a:buClr>
                <a:schemeClr val="dk1"/>
              </a:buClr>
              <a:buSzPct val="100000"/>
              <a:buNone/>
            </a:pPr>
            <a:r>
              <a:rPr b="0" lang="en-GB" sz="1600"/>
              <a:t>Agenda</a:t>
            </a:r>
            <a:endParaRPr/>
          </a:p>
          <a:p>
            <a:pPr indent="0" lvl="0" marL="0" rtl="0" algn="ctr">
              <a:lnSpc>
                <a:spcPct val="90000"/>
              </a:lnSpc>
              <a:spcBef>
                <a:spcPts val="1000"/>
              </a:spcBef>
              <a:spcAft>
                <a:spcPts val="0"/>
              </a:spcAft>
              <a:buClr>
                <a:schemeClr val="dk1"/>
              </a:buClr>
              <a:buSzPct val="100000"/>
              <a:buNone/>
            </a:pPr>
            <a:r>
              <a:rPr b="0" lang="en-GB" sz="1600"/>
              <a:t>How to start</a:t>
            </a:r>
            <a:endParaRPr/>
          </a:p>
          <a:p>
            <a:pPr indent="0" lvl="0" marL="0" rtl="0" algn="ctr">
              <a:lnSpc>
                <a:spcPct val="90000"/>
              </a:lnSpc>
              <a:spcBef>
                <a:spcPts val="1000"/>
              </a:spcBef>
              <a:spcAft>
                <a:spcPts val="0"/>
              </a:spcAft>
              <a:buClr>
                <a:schemeClr val="dk1"/>
              </a:buClr>
              <a:buSzPct val="100000"/>
              <a:buNone/>
            </a:pPr>
            <a:r>
              <a:rPr b="0" lang="en-GB" sz="1600"/>
              <a:t>Scenario based problem</a:t>
            </a:r>
            <a:endParaRPr/>
          </a:p>
          <a:p>
            <a:pPr indent="0" lvl="0" marL="0" rtl="0" algn="ctr">
              <a:lnSpc>
                <a:spcPct val="90000"/>
              </a:lnSpc>
              <a:spcBef>
                <a:spcPts val="1000"/>
              </a:spcBef>
              <a:spcAft>
                <a:spcPts val="0"/>
              </a:spcAft>
              <a:buClr>
                <a:schemeClr val="dk1"/>
              </a:buClr>
              <a:buSzPct val="100000"/>
              <a:buNone/>
            </a:pPr>
            <a:r>
              <a:rPr b="0" lang="en-GB" sz="1600"/>
              <a:t>A methodological approach</a:t>
            </a:r>
            <a:endParaRPr b="0" sz="1600"/>
          </a:p>
          <a:p>
            <a:pPr indent="0" lvl="0" marL="0" rtl="0" algn="ctr">
              <a:lnSpc>
                <a:spcPct val="90000"/>
              </a:lnSpc>
              <a:spcBef>
                <a:spcPts val="1000"/>
              </a:spcBef>
              <a:spcAft>
                <a:spcPts val="0"/>
              </a:spcAft>
              <a:buClr>
                <a:schemeClr val="dk1"/>
              </a:buClr>
              <a:buSzPct val="100000"/>
              <a:buNone/>
            </a:pPr>
            <a:r>
              <a:rPr b="0" lang="en-GB" sz="1600"/>
              <a:t>Algorithms</a:t>
            </a:r>
            <a:endParaRPr/>
          </a:p>
          <a:p>
            <a:pPr indent="0" lvl="0" marL="0" rtl="0" algn="ctr">
              <a:lnSpc>
                <a:spcPct val="90000"/>
              </a:lnSpc>
              <a:spcBef>
                <a:spcPts val="1000"/>
              </a:spcBef>
              <a:spcAft>
                <a:spcPts val="0"/>
              </a:spcAft>
              <a:buClr>
                <a:schemeClr val="dk1"/>
              </a:buClr>
              <a:buSzPct val="100000"/>
              <a:buNone/>
            </a:pPr>
            <a:r>
              <a:rPr b="0" lang="en-GB" sz="1600"/>
              <a:t>Characteristics of Good Algorithms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600"/>
              <a:t>Pseudocode</a:t>
            </a:r>
            <a:endParaRPr/>
          </a:p>
          <a:p>
            <a:pPr indent="0" lvl="0" marL="0" rtl="0" algn="ctr">
              <a:lnSpc>
                <a:spcPct val="90000"/>
              </a:lnSpc>
              <a:spcBef>
                <a:spcPts val="1000"/>
              </a:spcBef>
              <a:spcAft>
                <a:spcPts val="0"/>
              </a:spcAft>
              <a:buClr>
                <a:schemeClr val="dk1"/>
              </a:buClr>
              <a:buSzPct val="100000"/>
              <a:buNone/>
            </a:pPr>
            <a:r>
              <a:rPr b="0" lang="en-GB" sz="1600"/>
              <a:t>Pseudocode Keywords</a:t>
            </a:r>
            <a:endParaRPr/>
          </a:p>
          <a:p>
            <a:pPr indent="0" lvl="0" marL="0" rtl="0" algn="ctr">
              <a:lnSpc>
                <a:spcPct val="90000"/>
              </a:lnSpc>
              <a:spcBef>
                <a:spcPts val="1000"/>
              </a:spcBef>
              <a:spcAft>
                <a:spcPts val="0"/>
              </a:spcAft>
              <a:buClr>
                <a:schemeClr val="dk1"/>
              </a:buClr>
              <a:buSzPct val="100000"/>
              <a:buNone/>
            </a:pPr>
            <a:r>
              <a:rPr b="0" lang="en-GB" sz="1600"/>
              <a:t>Exercise and Example</a:t>
            </a:r>
            <a:endParaRPr/>
          </a:p>
          <a:p>
            <a:pPr indent="0" lvl="0" marL="0" rtl="0" algn="ctr">
              <a:lnSpc>
                <a:spcPct val="90000"/>
              </a:lnSpc>
              <a:spcBef>
                <a:spcPts val="1000"/>
              </a:spcBef>
              <a:spcAft>
                <a:spcPts val="0"/>
              </a:spcAft>
              <a:buClr>
                <a:schemeClr val="dk1"/>
              </a:buClr>
              <a:buSzPct val="100000"/>
              <a:buNone/>
            </a:pPr>
            <a:r>
              <a:rPr b="0" lang="en-GB" sz="1600"/>
              <a:t>Flowchart Basic Symbols</a:t>
            </a:r>
            <a:endParaRPr/>
          </a:p>
          <a:p>
            <a:pPr indent="0" lvl="0" marL="0" rtl="0" algn="ctr">
              <a:lnSpc>
                <a:spcPct val="90000"/>
              </a:lnSpc>
              <a:spcBef>
                <a:spcPts val="1000"/>
              </a:spcBef>
              <a:spcAft>
                <a:spcPts val="0"/>
              </a:spcAft>
              <a:buClr>
                <a:schemeClr val="dk1"/>
              </a:buClr>
              <a:buSzPct val="100000"/>
              <a:buNone/>
            </a:pPr>
            <a:r>
              <a:rPr b="0" lang="en-GB" sz="1600"/>
              <a:t>Flowchart Advanced Symbols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lang="en-GB" sz="1500"/>
              <a:t>Flow of Control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34"/>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Flow of Control-Sequential</a:t>
            </a:r>
            <a:endParaRPr u="sng">
              <a:solidFill>
                <a:srgbClr val="00B050"/>
              </a:solidFill>
            </a:endParaRPr>
          </a:p>
        </p:txBody>
      </p:sp>
      <p:sp>
        <p:nvSpPr>
          <p:cNvPr id="259" name="Google Shape;259;p34"/>
          <p:cNvSpPr txBox="1"/>
          <p:nvPr>
            <p:ph idx="1" type="body"/>
          </p:nvPr>
        </p:nvSpPr>
        <p:spPr>
          <a:xfrm>
            <a:off x="2053244" y="1433986"/>
            <a:ext cx="9659389" cy="532426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60" name="Google Shape;260;p34"/>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t/>
            </a:r>
            <a:endParaRPr u="sng"/>
          </a:p>
          <a:p>
            <a:pPr indent="0" lvl="0" marL="0" rtl="0" algn="ctr">
              <a:lnSpc>
                <a:spcPct val="90000"/>
              </a:lnSpc>
              <a:spcBef>
                <a:spcPts val="1000"/>
              </a:spcBef>
              <a:spcAft>
                <a:spcPts val="0"/>
              </a:spcAft>
              <a:buClr>
                <a:schemeClr val="dk1"/>
              </a:buClr>
              <a:buSzPct val="100000"/>
              <a:buNone/>
            </a:pPr>
            <a:r>
              <a:rPr lang="en-GB" u="sng"/>
              <a:t>Navigation</a:t>
            </a:r>
            <a:endParaRPr/>
          </a:p>
          <a:p>
            <a:pPr indent="0" lvl="0" marL="0" rtl="0" algn="ctr">
              <a:lnSpc>
                <a:spcPct val="90000"/>
              </a:lnSpc>
              <a:spcBef>
                <a:spcPts val="1000"/>
              </a:spcBef>
              <a:spcAft>
                <a:spcPts val="0"/>
              </a:spcAft>
              <a:buClr>
                <a:schemeClr val="dk1"/>
              </a:buClr>
              <a:buSzPct val="100000"/>
              <a:buNone/>
            </a:pPr>
            <a:r>
              <a:rPr b="0" lang="en-GB" sz="1600"/>
              <a:t>Agenda</a:t>
            </a:r>
            <a:endParaRPr/>
          </a:p>
          <a:p>
            <a:pPr indent="0" lvl="0" marL="0" rtl="0" algn="ctr">
              <a:lnSpc>
                <a:spcPct val="90000"/>
              </a:lnSpc>
              <a:spcBef>
                <a:spcPts val="1000"/>
              </a:spcBef>
              <a:spcAft>
                <a:spcPts val="0"/>
              </a:spcAft>
              <a:buClr>
                <a:schemeClr val="dk1"/>
              </a:buClr>
              <a:buSzPct val="100000"/>
              <a:buNone/>
            </a:pPr>
            <a:r>
              <a:rPr b="0" lang="en-GB" sz="1600"/>
              <a:t>How to start</a:t>
            </a:r>
            <a:endParaRPr/>
          </a:p>
          <a:p>
            <a:pPr indent="0" lvl="0" marL="0" rtl="0" algn="ctr">
              <a:lnSpc>
                <a:spcPct val="90000"/>
              </a:lnSpc>
              <a:spcBef>
                <a:spcPts val="1000"/>
              </a:spcBef>
              <a:spcAft>
                <a:spcPts val="0"/>
              </a:spcAft>
              <a:buClr>
                <a:schemeClr val="dk1"/>
              </a:buClr>
              <a:buSzPct val="100000"/>
              <a:buNone/>
            </a:pPr>
            <a:r>
              <a:rPr b="0" lang="en-GB" sz="1600"/>
              <a:t>Scenario based problem</a:t>
            </a:r>
            <a:endParaRPr/>
          </a:p>
          <a:p>
            <a:pPr indent="0" lvl="0" marL="0" rtl="0" algn="ctr">
              <a:lnSpc>
                <a:spcPct val="90000"/>
              </a:lnSpc>
              <a:spcBef>
                <a:spcPts val="1000"/>
              </a:spcBef>
              <a:spcAft>
                <a:spcPts val="0"/>
              </a:spcAft>
              <a:buClr>
                <a:schemeClr val="dk1"/>
              </a:buClr>
              <a:buSzPct val="100000"/>
              <a:buNone/>
            </a:pPr>
            <a:r>
              <a:rPr b="0" lang="en-GB" sz="1600"/>
              <a:t>A methodological approach</a:t>
            </a:r>
            <a:endParaRPr b="0" sz="1600"/>
          </a:p>
          <a:p>
            <a:pPr indent="0" lvl="0" marL="0" rtl="0" algn="ctr">
              <a:lnSpc>
                <a:spcPct val="90000"/>
              </a:lnSpc>
              <a:spcBef>
                <a:spcPts val="1000"/>
              </a:spcBef>
              <a:spcAft>
                <a:spcPts val="0"/>
              </a:spcAft>
              <a:buClr>
                <a:schemeClr val="dk1"/>
              </a:buClr>
              <a:buSzPct val="100000"/>
              <a:buNone/>
            </a:pPr>
            <a:r>
              <a:rPr b="0" lang="en-GB" sz="1600"/>
              <a:t>Algorithms</a:t>
            </a:r>
            <a:endParaRPr/>
          </a:p>
          <a:p>
            <a:pPr indent="0" lvl="0" marL="0" rtl="0" algn="ctr">
              <a:lnSpc>
                <a:spcPct val="90000"/>
              </a:lnSpc>
              <a:spcBef>
                <a:spcPts val="1000"/>
              </a:spcBef>
              <a:spcAft>
                <a:spcPts val="0"/>
              </a:spcAft>
              <a:buClr>
                <a:schemeClr val="dk1"/>
              </a:buClr>
              <a:buSzPct val="100000"/>
              <a:buNone/>
            </a:pPr>
            <a:r>
              <a:rPr b="0" lang="en-GB" sz="1600"/>
              <a:t>Characteristics of Good Algorithms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600"/>
              <a:t>Pseudocode</a:t>
            </a:r>
            <a:endParaRPr/>
          </a:p>
          <a:p>
            <a:pPr indent="0" lvl="0" marL="0" rtl="0" algn="ctr">
              <a:lnSpc>
                <a:spcPct val="90000"/>
              </a:lnSpc>
              <a:spcBef>
                <a:spcPts val="1000"/>
              </a:spcBef>
              <a:spcAft>
                <a:spcPts val="0"/>
              </a:spcAft>
              <a:buClr>
                <a:schemeClr val="dk1"/>
              </a:buClr>
              <a:buSzPct val="100000"/>
              <a:buNone/>
            </a:pPr>
            <a:r>
              <a:rPr b="0" lang="en-GB" sz="1600"/>
              <a:t>Pseudocode Keywords</a:t>
            </a:r>
            <a:endParaRPr/>
          </a:p>
          <a:p>
            <a:pPr indent="0" lvl="0" marL="0" rtl="0" algn="ctr">
              <a:lnSpc>
                <a:spcPct val="90000"/>
              </a:lnSpc>
              <a:spcBef>
                <a:spcPts val="1000"/>
              </a:spcBef>
              <a:spcAft>
                <a:spcPts val="0"/>
              </a:spcAft>
              <a:buClr>
                <a:schemeClr val="dk1"/>
              </a:buClr>
              <a:buSzPct val="100000"/>
              <a:buNone/>
            </a:pPr>
            <a:r>
              <a:rPr b="0" lang="en-GB" sz="1600"/>
              <a:t>Exercise and Example</a:t>
            </a:r>
            <a:endParaRPr/>
          </a:p>
          <a:p>
            <a:pPr indent="0" lvl="0" marL="0" rtl="0" algn="ctr">
              <a:lnSpc>
                <a:spcPct val="90000"/>
              </a:lnSpc>
              <a:spcBef>
                <a:spcPts val="1000"/>
              </a:spcBef>
              <a:spcAft>
                <a:spcPts val="0"/>
              </a:spcAft>
              <a:buClr>
                <a:schemeClr val="dk1"/>
              </a:buClr>
              <a:buSzPct val="100000"/>
              <a:buNone/>
            </a:pPr>
            <a:r>
              <a:rPr b="0" lang="en-GB" sz="1600"/>
              <a:t>Flowchart Basic Symbols</a:t>
            </a:r>
            <a:endParaRPr/>
          </a:p>
          <a:p>
            <a:pPr indent="0" lvl="0" marL="0" rtl="0" algn="ctr">
              <a:lnSpc>
                <a:spcPct val="90000"/>
              </a:lnSpc>
              <a:spcBef>
                <a:spcPts val="1000"/>
              </a:spcBef>
              <a:spcAft>
                <a:spcPts val="0"/>
              </a:spcAft>
              <a:buClr>
                <a:schemeClr val="dk1"/>
              </a:buClr>
              <a:buSzPct val="100000"/>
              <a:buNone/>
            </a:pPr>
            <a:r>
              <a:rPr b="0" lang="en-GB" sz="1600"/>
              <a:t>Flowchart Advanced Symbols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500"/>
              <a:t>Flow of Control</a:t>
            </a:r>
            <a:endParaRPr/>
          </a:p>
          <a:p>
            <a:pPr indent="0" lvl="0" marL="0" rtl="0" algn="ctr">
              <a:lnSpc>
                <a:spcPct val="90000"/>
              </a:lnSpc>
              <a:spcBef>
                <a:spcPts val="1000"/>
              </a:spcBef>
              <a:spcAft>
                <a:spcPts val="0"/>
              </a:spcAft>
              <a:buClr>
                <a:schemeClr val="dk1"/>
              </a:buClr>
              <a:buSzPct val="100000"/>
              <a:buNone/>
            </a:pPr>
            <a:r>
              <a:rPr lang="en-GB" sz="1500"/>
              <a:t>Flow of Control -Sequential</a:t>
            </a:r>
            <a:endParaRPr/>
          </a:p>
          <a:p>
            <a:pPr indent="0" lvl="0" marL="0" rtl="0" algn="ctr">
              <a:lnSpc>
                <a:spcPct val="90000"/>
              </a:lnSpc>
              <a:spcBef>
                <a:spcPts val="1000"/>
              </a:spcBef>
              <a:spcAft>
                <a:spcPts val="0"/>
              </a:spcAft>
              <a:buClr>
                <a:schemeClr val="dk1"/>
              </a:buClr>
              <a:buSzPct val="100000"/>
              <a:buNone/>
            </a:pPr>
            <a:r>
              <a:t/>
            </a:r>
            <a:endParaRPr sz="1500"/>
          </a:p>
        </p:txBody>
      </p:sp>
      <p:grpSp>
        <p:nvGrpSpPr>
          <p:cNvPr id="261" name="Google Shape;261;p34"/>
          <p:cNvGrpSpPr/>
          <p:nvPr/>
        </p:nvGrpSpPr>
        <p:grpSpPr>
          <a:xfrm>
            <a:off x="2307398" y="1665597"/>
            <a:ext cx="3276600" cy="4114800"/>
            <a:chOff x="1680" y="1344"/>
            <a:chExt cx="2064" cy="2592"/>
          </a:xfrm>
        </p:grpSpPr>
        <p:sp>
          <p:nvSpPr>
            <p:cNvPr id="262" name="Google Shape;262;p34"/>
            <p:cNvSpPr/>
            <p:nvPr/>
          </p:nvSpPr>
          <p:spPr>
            <a:xfrm>
              <a:off x="1680" y="1344"/>
              <a:ext cx="2064" cy="259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Noto Sans Symbols"/>
                <a:buNone/>
              </a:pPr>
              <a:r>
                <a:t/>
              </a:r>
              <a:endParaRPr sz="1600">
                <a:solidFill>
                  <a:schemeClr val="dk1"/>
                </a:solidFill>
                <a:latin typeface="Arial"/>
                <a:ea typeface="Arial"/>
                <a:cs typeface="Arial"/>
                <a:sym typeface="Arial"/>
              </a:endParaRPr>
            </a:p>
          </p:txBody>
        </p:sp>
        <p:sp>
          <p:nvSpPr>
            <p:cNvPr id="263" name="Google Shape;263;p34"/>
            <p:cNvSpPr txBox="1"/>
            <p:nvPr/>
          </p:nvSpPr>
          <p:spPr>
            <a:xfrm>
              <a:off x="2256" y="2304"/>
              <a:ext cx="1032" cy="218"/>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Noto Sans Symbols"/>
                <a:buNone/>
              </a:pPr>
              <a:r>
                <a:rPr lang="en-GB" sz="1600">
                  <a:solidFill>
                    <a:schemeClr val="dk1"/>
                  </a:solidFill>
                  <a:latin typeface="Arial"/>
                  <a:ea typeface="Arial"/>
                  <a:cs typeface="Arial"/>
                  <a:sym typeface="Arial"/>
                </a:rPr>
                <a:t>Statement 2</a:t>
              </a:r>
              <a:endParaRPr sz="1800">
                <a:solidFill>
                  <a:schemeClr val="dk1"/>
                </a:solidFill>
                <a:latin typeface="Calibri"/>
                <a:ea typeface="Calibri"/>
                <a:cs typeface="Calibri"/>
                <a:sym typeface="Calibri"/>
              </a:endParaRPr>
            </a:p>
          </p:txBody>
        </p:sp>
        <p:sp>
          <p:nvSpPr>
            <p:cNvPr id="264" name="Google Shape;264;p34"/>
            <p:cNvSpPr txBox="1"/>
            <p:nvPr/>
          </p:nvSpPr>
          <p:spPr>
            <a:xfrm>
              <a:off x="2256" y="1728"/>
              <a:ext cx="993" cy="218"/>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Noto Sans Symbols"/>
                <a:buNone/>
              </a:pPr>
              <a:r>
                <a:rPr lang="en-GB" sz="1600">
                  <a:solidFill>
                    <a:schemeClr val="dk1"/>
                  </a:solidFill>
                  <a:latin typeface="Arial"/>
                  <a:ea typeface="Arial"/>
                  <a:cs typeface="Arial"/>
                  <a:sym typeface="Arial"/>
                </a:rPr>
                <a:t>     Statement 1</a:t>
              </a:r>
              <a:endParaRPr sz="1800">
                <a:solidFill>
                  <a:schemeClr val="dk1"/>
                </a:solidFill>
                <a:latin typeface="Calibri"/>
                <a:ea typeface="Calibri"/>
                <a:cs typeface="Calibri"/>
                <a:sym typeface="Calibri"/>
              </a:endParaRPr>
            </a:p>
          </p:txBody>
        </p:sp>
        <p:sp>
          <p:nvSpPr>
            <p:cNvPr id="265" name="Google Shape;265;p34"/>
            <p:cNvSpPr txBox="1"/>
            <p:nvPr/>
          </p:nvSpPr>
          <p:spPr>
            <a:xfrm>
              <a:off x="2256" y="2832"/>
              <a:ext cx="993" cy="218"/>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Noto Sans Symbols"/>
                <a:buNone/>
              </a:pPr>
              <a:r>
                <a:rPr lang="en-GB" sz="1600">
                  <a:solidFill>
                    <a:schemeClr val="dk1"/>
                  </a:solidFill>
                  <a:latin typeface="Arial"/>
                  <a:ea typeface="Arial"/>
                  <a:cs typeface="Arial"/>
                  <a:sym typeface="Arial"/>
                </a:rPr>
                <a:t>     Statement 3</a:t>
              </a:r>
              <a:endParaRPr sz="1800">
                <a:solidFill>
                  <a:schemeClr val="dk1"/>
                </a:solidFill>
                <a:latin typeface="Calibri"/>
                <a:ea typeface="Calibri"/>
                <a:cs typeface="Calibri"/>
                <a:sym typeface="Calibri"/>
              </a:endParaRPr>
            </a:p>
          </p:txBody>
        </p:sp>
        <p:cxnSp>
          <p:nvCxnSpPr>
            <p:cNvPr id="266" name="Google Shape;266;p34"/>
            <p:cNvCxnSpPr/>
            <p:nvPr/>
          </p:nvCxnSpPr>
          <p:spPr>
            <a:xfrm>
              <a:off x="2784" y="1433"/>
              <a:ext cx="0" cy="278"/>
            </a:xfrm>
            <a:prstGeom prst="straightConnector1">
              <a:avLst/>
            </a:prstGeom>
            <a:noFill/>
            <a:ln cap="flat" cmpd="sng" w="9525">
              <a:solidFill>
                <a:schemeClr val="dk1"/>
              </a:solidFill>
              <a:prstDash val="solid"/>
              <a:miter lim="800000"/>
              <a:headEnd len="sm" w="sm" type="none"/>
              <a:tailEnd len="med" w="med" type="triangle"/>
            </a:ln>
          </p:spPr>
        </p:cxnSp>
        <p:cxnSp>
          <p:nvCxnSpPr>
            <p:cNvPr id="267" name="Google Shape;267;p34"/>
            <p:cNvCxnSpPr/>
            <p:nvPr/>
          </p:nvCxnSpPr>
          <p:spPr>
            <a:xfrm>
              <a:off x="2784" y="2544"/>
              <a:ext cx="0" cy="278"/>
            </a:xfrm>
            <a:prstGeom prst="straightConnector1">
              <a:avLst/>
            </a:prstGeom>
            <a:noFill/>
            <a:ln cap="flat" cmpd="sng" w="9525">
              <a:solidFill>
                <a:schemeClr val="dk1"/>
              </a:solidFill>
              <a:prstDash val="solid"/>
              <a:miter lim="800000"/>
              <a:headEnd len="sm" w="sm" type="none"/>
              <a:tailEnd len="med" w="med" type="triangle"/>
            </a:ln>
          </p:spPr>
        </p:cxnSp>
        <p:cxnSp>
          <p:nvCxnSpPr>
            <p:cNvPr id="268" name="Google Shape;268;p34"/>
            <p:cNvCxnSpPr/>
            <p:nvPr/>
          </p:nvCxnSpPr>
          <p:spPr>
            <a:xfrm>
              <a:off x="2784" y="1968"/>
              <a:ext cx="0" cy="348"/>
            </a:xfrm>
            <a:prstGeom prst="straightConnector1">
              <a:avLst/>
            </a:prstGeom>
            <a:noFill/>
            <a:ln cap="flat" cmpd="sng" w="9525">
              <a:solidFill>
                <a:schemeClr val="dk1"/>
              </a:solidFill>
              <a:prstDash val="solid"/>
              <a:miter lim="800000"/>
              <a:headEnd len="sm" w="sm" type="none"/>
              <a:tailEnd len="med" w="med" type="triangle"/>
            </a:ln>
          </p:spPr>
        </p:cxnSp>
        <p:cxnSp>
          <p:nvCxnSpPr>
            <p:cNvPr id="269" name="Google Shape;269;p34"/>
            <p:cNvCxnSpPr/>
            <p:nvPr/>
          </p:nvCxnSpPr>
          <p:spPr>
            <a:xfrm>
              <a:off x="2784" y="3072"/>
              <a:ext cx="0" cy="278"/>
            </a:xfrm>
            <a:prstGeom prst="straightConnector1">
              <a:avLst/>
            </a:prstGeom>
            <a:noFill/>
            <a:ln cap="flat" cmpd="sng" w="9525">
              <a:solidFill>
                <a:schemeClr val="dk1"/>
              </a:solidFill>
              <a:prstDash val="solid"/>
              <a:miter lim="800000"/>
              <a:headEnd len="sm" w="sm" type="none"/>
              <a:tailEnd len="med" w="med" type="triangle"/>
            </a:ln>
          </p:spPr>
        </p:cxnSp>
        <p:sp>
          <p:nvSpPr>
            <p:cNvPr id="270" name="Google Shape;270;p34"/>
            <p:cNvSpPr txBox="1"/>
            <p:nvPr/>
          </p:nvSpPr>
          <p:spPr>
            <a:xfrm>
              <a:off x="2256" y="3360"/>
              <a:ext cx="1008" cy="218"/>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600"/>
                <a:buFont typeface="Noto Sans Symbols"/>
                <a:buNone/>
              </a:pPr>
              <a:r>
                <a:rPr lang="en-GB" sz="1600">
                  <a:solidFill>
                    <a:schemeClr val="dk1"/>
                  </a:solidFill>
                  <a:latin typeface="Arial"/>
                  <a:ea typeface="Arial"/>
                  <a:cs typeface="Arial"/>
                  <a:sym typeface="Arial"/>
                </a:rPr>
                <a:t>:</a:t>
              </a:r>
              <a:endParaRPr sz="1800">
                <a:solidFill>
                  <a:schemeClr val="dk1"/>
                </a:solidFill>
                <a:latin typeface="Calibri"/>
                <a:ea typeface="Calibri"/>
                <a:cs typeface="Calibri"/>
                <a:sym typeface="Calibri"/>
              </a:endParaRPr>
            </a:p>
          </p:txBody>
        </p:sp>
      </p:grpSp>
      <p:grpSp>
        <p:nvGrpSpPr>
          <p:cNvPr id="271" name="Google Shape;271;p34"/>
          <p:cNvGrpSpPr/>
          <p:nvPr/>
        </p:nvGrpSpPr>
        <p:grpSpPr>
          <a:xfrm>
            <a:off x="6736496" y="1665597"/>
            <a:ext cx="3886200" cy="4038600"/>
            <a:chOff x="1440" y="960"/>
            <a:chExt cx="2448" cy="2544"/>
          </a:xfrm>
        </p:grpSpPr>
        <p:sp>
          <p:nvSpPr>
            <p:cNvPr id="272" name="Google Shape;272;p34"/>
            <p:cNvSpPr/>
            <p:nvPr/>
          </p:nvSpPr>
          <p:spPr>
            <a:xfrm>
              <a:off x="1440" y="960"/>
              <a:ext cx="2448" cy="254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sp>
          <p:nvSpPr>
            <p:cNvPr id="273" name="Google Shape;273;p34"/>
            <p:cNvSpPr/>
            <p:nvPr/>
          </p:nvSpPr>
          <p:spPr>
            <a:xfrm flipH="1">
              <a:off x="2560" y="2930"/>
              <a:ext cx="57" cy="313"/>
            </a:xfrm>
            <a:custGeom>
              <a:rect b="b" l="l" r="r" t="t"/>
              <a:pathLst>
                <a:path extrusionOk="0" h="445" w="1">
                  <a:moveTo>
                    <a:pt x="0" y="0"/>
                  </a:moveTo>
                  <a:lnTo>
                    <a:pt x="0" y="44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274" name="Google Shape;274;p34"/>
            <p:cNvSpPr/>
            <p:nvPr/>
          </p:nvSpPr>
          <p:spPr>
            <a:xfrm>
              <a:off x="2643" y="2437"/>
              <a:ext cx="1" cy="235"/>
            </a:xfrm>
            <a:custGeom>
              <a:rect b="b" l="l" r="r" t="t"/>
              <a:pathLst>
                <a:path extrusionOk="0" h="445" w="1">
                  <a:moveTo>
                    <a:pt x="0" y="0"/>
                  </a:moveTo>
                  <a:lnTo>
                    <a:pt x="0" y="44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275" name="Google Shape;275;p34"/>
            <p:cNvSpPr/>
            <p:nvPr/>
          </p:nvSpPr>
          <p:spPr>
            <a:xfrm>
              <a:off x="2643" y="1781"/>
              <a:ext cx="39" cy="207"/>
            </a:xfrm>
            <a:custGeom>
              <a:rect b="b" l="l" r="r" t="t"/>
              <a:pathLst>
                <a:path extrusionOk="0" h="445" w="1">
                  <a:moveTo>
                    <a:pt x="0" y="0"/>
                  </a:moveTo>
                  <a:lnTo>
                    <a:pt x="0" y="44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276" name="Google Shape;276;p34"/>
            <p:cNvSpPr/>
            <p:nvPr/>
          </p:nvSpPr>
          <p:spPr>
            <a:xfrm flipH="1">
              <a:off x="2586" y="1206"/>
              <a:ext cx="57" cy="164"/>
            </a:xfrm>
            <a:custGeom>
              <a:rect b="b" l="l" r="r" t="t"/>
              <a:pathLst>
                <a:path extrusionOk="0" h="445" w="1">
                  <a:moveTo>
                    <a:pt x="0" y="0"/>
                  </a:moveTo>
                  <a:lnTo>
                    <a:pt x="0" y="44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277" name="Google Shape;277;p34"/>
            <p:cNvSpPr/>
            <p:nvPr/>
          </p:nvSpPr>
          <p:spPr>
            <a:xfrm>
              <a:off x="2311" y="995"/>
              <a:ext cx="623" cy="210"/>
            </a:xfrm>
            <a:custGeom>
              <a:rect b="b" l="l" r="r" t="t"/>
              <a:pathLst>
                <a:path extrusionOk="0" h="398" w="1054">
                  <a:moveTo>
                    <a:pt x="198" y="397"/>
                  </a:moveTo>
                  <a:lnTo>
                    <a:pt x="855" y="397"/>
                  </a:lnTo>
                  <a:lnTo>
                    <a:pt x="884" y="395"/>
                  </a:lnTo>
                  <a:lnTo>
                    <a:pt x="914" y="388"/>
                  </a:lnTo>
                  <a:lnTo>
                    <a:pt x="941" y="376"/>
                  </a:lnTo>
                  <a:lnTo>
                    <a:pt x="967" y="362"/>
                  </a:lnTo>
                  <a:lnTo>
                    <a:pt x="990" y="343"/>
                  </a:lnTo>
                  <a:lnTo>
                    <a:pt x="1010" y="321"/>
                  </a:lnTo>
                  <a:lnTo>
                    <a:pt x="1027" y="297"/>
                  </a:lnTo>
                  <a:lnTo>
                    <a:pt x="1039" y="270"/>
                  </a:lnTo>
                  <a:lnTo>
                    <a:pt x="1048" y="242"/>
                  </a:lnTo>
                  <a:lnTo>
                    <a:pt x="1053" y="213"/>
                  </a:lnTo>
                  <a:lnTo>
                    <a:pt x="1053" y="184"/>
                  </a:lnTo>
                  <a:lnTo>
                    <a:pt x="1048" y="155"/>
                  </a:lnTo>
                  <a:lnTo>
                    <a:pt x="1039" y="127"/>
                  </a:lnTo>
                  <a:lnTo>
                    <a:pt x="1027" y="100"/>
                  </a:lnTo>
                  <a:lnTo>
                    <a:pt x="1010" y="76"/>
                  </a:lnTo>
                  <a:lnTo>
                    <a:pt x="990" y="54"/>
                  </a:lnTo>
                  <a:lnTo>
                    <a:pt x="967" y="35"/>
                  </a:lnTo>
                  <a:lnTo>
                    <a:pt x="941" y="21"/>
                  </a:lnTo>
                  <a:lnTo>
                    <a:pt x="914" y="9"/>
                  </a:lnTo>
                  <a:lnTo>
                    <a:pt x="884" y="2"/>
                  </a:lnTo>
                  <a:lnTo>
                    <a:pt x="855" y="0"/>
                  </a:lnTo>
                  <a:lnTo>
                    <a:pt x="198" y="0"/>
                  </a:lnTo>
                  <a:lnTo>
                    <a:pt x="167" y="2"/>
                  </a:lnTo>
                  <a:lnTo>
                    <a:pt x="138" y="9"/>
                  </a:lnTo>
                  <a:lnTo>
                    <a:pt x="112" y="21"/>
                  </a:lnTo>
                  <a:lnTo>
                    <a:pt x="86" y="35"/>
                  </a:lnTo>
                  <a:lnTo>
                    <a:pt x="63" y="54"/>
                  </a:lnTo>
                  <a:lnTo>
                    <a:pt x="43" y="76"/>
                  </a:lnTo>
                  <a:lnTo>
                    <a:pt x="26" y="100"/>
                  </a:lnTo>
                  <a:lnTo>
                    <a:pt x="14" y="127"/>
                  </a:lnTo>
                  <a:lnTo>
                    <a:pt x="5" y="155"/>
                  </a:lnTo>
                  <a:lnTo>
                    <a:pt x="0" y="184"/>
                  </a:lnTo>
                  <a:lnTo>
                    <a:pt x="0" y="213"/>
                  </a:lnTo>
                  <a:lnTo>
                    <a:pt x="5" y="242"/>
                  </a:lnTo>
                  <a:lnTo>
                    <a:pt x="14" y="270"/>
                  </a:lnTo>
                  <a:lnTo>
                    <a:pt x="26" y="297"/>
                  </a:lnTo>
                  <a:lnTo>
                    <a:pt x="43" y="321"/>
                  </a:lnTo>
                  <a:lnTo>
                    <a:pt x="63" y="343"/>
                  </a:lnTo>
                  <a:lnTo>
                    <a:pt x="86" y="362"/>
                  </a:lnTo>
                  <a:lnTo>
                    <a:pt x="112" y="376"/>
                  </a:lnTo>
                  <a:lnTo>
                    <a:pt x="138" y="388"/>
                  </a:lnTo>
                  <a:lnTo>
                    <a:pt x="167" y="395"/>
                  </a:lnTo>
                  <a:lnTo>
                    <a:pt x="198" y="397"/>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278" name="Google Shape;278;p34"/>
            <p:cNvSpPr/>
            <p:nvPr/>
          </p:nvSpPr>
          <p:spPr>
            <a:xfrm>
              <a:off x="2394" y="1001"/>
              <a:ext cx="600" cy="300"/>
            </a:xfrm>
            <a:prstGeom prst="rect">
              <a:avLst/>
            </a:prstGeom>
            <a:noFill/>
            <a:ln>
              <a:noFill/>
            </a:ln>
          </p:spPr>
          <p:txBody>
            <a:bodyPr anchorCtr="0" anchor="t" bIns="50800" lIns="101600" spcFirstLastPara="1" rIns="101600" wrap="square" tIns="50800">
              <a:noAutofit/>
            </a:bodyPr>
            <a:lstStyle/>
            <a:p>
              <a:pPr indent="0" lvl="0" marL="0" marR="0" rtl="0" algn="l">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Begin</a:t>
              </a:r>
              <a:endParaRPr sz="1800">
                <a:solidFill>
                  <a:schemeClr val="dk1"/>
                </a:solidFill>
                <a:latin typeface="Calibri"/>
                <a:ea typeface="Calibri"/>
                <a:cs typeface="Calibri"/>
                <a:sym typeface="Calibri"/>
              </a:endParaRPr>
            </a:p>
          </p:txBody>
        </p:sp>
        <p:sp>
          <p:nvSpPr>
            <p:cNvPr id="279" name="Google Shape;279;p34"/>
            <p:cNvSpPr/>
            <p:nvPr/>
          </p:nvSpPr>
          <p:spPr>
            <a:xfrm>
              <a:off x="1798" y="1364"/>
              <a:ext cx="1574" cy="418"/>
            </a:xfrm>
            <a:prstGeom prst="parallelogram">
              <a:avLst>
                <a:gd fmla="val 94086" name="adj"/>
              </a:avLst>
            </a:prstGeom>
            <a:noFill/>
            <a:ln cap="flat" cmpd="sng" w="12700">
              <a:solidFill>
                <a:schemeClr val="dk1"/>
              </a:solidFill>
              <a:prstDash val="solid"/>
              <a:miter lim="800000"/>
              <a:headEnd len="sm" w="sm" type="none"/>
              <a:tailEnd len="sm" w="sm" type="none"/>
            </a:ln>
          </p:spPr>
          <p:txBody>
            <a:bodyPr anchorCtr="0" anchor="ctr" bIns="74600" lIns="146050" spcFirstLastPara="1" rIns="146050" wrap="square" tIns="74600">
              <a:noAutofit/>
            </a:bodyPr>
            <a:lstStyle/>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Read birth date</a:t>
              </a:r>
              <a:endParaRPr sz="1800">
                <a:solidFill>
                  <a:schemeClr val="dk1"/>
                </a:solidFill>
                <a:latin typeface="Calibri"/>
                <a:ea typeface="Calibri"/>
                <a:cs typeface="Calibri"/>
                <a:sym typeface="Calibri"/>
              </a:endParaRPr>
            </a:p>
          </p:txBody>
        </p:sp>
        <p:sp>
          <p:nvSpPr>
            <p:cNvPr id="280" name="Google Shape;280;p34"/>
            <p:cNvSpPr/>
            <p:nvPr/>
          </p:nvSpPr>
          <p:spPr>
            <a:xfrm>
              <a:off x="1717" y="1981"/>
              <a:ext cx="1737" cy="478"/>
            </a:xfrm>
            <a:prstGeom prst="rect">
              <a:avLst/>
            </a:prstGeom>
            <a:no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Calculate</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Age = current year – birth date</a:t>
              </a:r>
              <a:endParaRPr sz="1800">
                <a:solidFill>
                  <a:schemeClr val="dk1"/>
                </a:solidFill>
                <a:latin typeface="Calibri"/>
                <a:ea typeface="Calibri"/>
                <a:cs typeface="Calibri"/>
                <a:sym typeface="Calibri"/>
              </a:endParaRPr>
            </a:p>
          </p:txBody>
        </p:sp>
        <p:sp>
          <p:nvSpPr>
            <p:cNvPr id="281" name="Google Shape;281;p34"/>
            <p:cNvSpPr/>
            <p:nvPr/>
          </p:nvSpPr>
          <p:spPr>
            <a:xfrm>
              <a:off x="1798" y="2677"/>
              <a:ext cx="1574" cy="256"/>
            </a:xfrm>
            <a:prstGeom prst="parallelogram">
              <a:avLst>
                <a:gd fmla="val 153626" name="adj"/>
              </a:avLst>
            </a:prstGeom>
            <a:noFill/>
            <a:ln cap="flat" cmpd="sng" w="12700">
              <a:solidFill>
                <a:schemeClr val="dk1"/>
              </a:solidFill>
              <a:prstDash val="solid"/>
              <a:miter lim="800000"/>
              <a:headEnd len="sm" w="sm" type="none"/>
              <a:tailEnd len="sm" w="sm" type="none"/>
            </a:ln>
          </p:spPr>
          <p:txBody>
            <a:bodyPr anchorCtr="0" anchor="ctr" bIns="74600" lIns="146050" spcFirstLastPara="1" rIns="146050" wrap="square" tIns="74600">
              <a:noAutofit/>
            </a:bodyPr>
            <a:lstStyle/>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Display</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age</a:t>
              </a:r>
              <a:endParaRPr sz="1800">
                <a:solidFill>
                  <a:schemeClr val="dk1"/>
                </a:solidFill>
                <a:latin typeface="Calibri"/>
                <a:ea typeface="Calibri"/>
                <a:cs typeface="Calibri"/>
                <a:sym typeface="Calibri"/>
              </a:endParaRPr>
            </a:p>
          </p:txBody>
        </p:sp>
        <p:sp>
          <p:nvSpPr>
            <p:cNvPr id="282" name="Google Shape;282;p34"/>
            <p:cNvSpPr/>
            <p:nvPr/>
          </p:nvSpPr>
          <p:spPr>
            <a:xfrm>
              <a:off x="2311" y="3258"/>
              <a:ext cx="581" cy="198"/>
            </a:xfrm>
            <a:custGeom>
              <a:rect b="b" l="l" r="r" t="t"/>
              <a:pathLst>
                <a:path extrusionOk="0" h="398" w="1054">
                  <a:moveTo>
                    <a:pt x="198" y="397"/>
                  </a:moveTo>
                  <a:lnTo>
                    <a:pt x="855" y="397"/>
                  </a:lnTo>
                  <a:lnTo>
                    <a:pt x="884" y="395"/>
                  </a:lnTo>
                  <a:lnTo>
                    <a:pt x="914" y="388"/>
                  </a:lnTo>
                  <a:lnTo>
                    <a:pt x="941" y="376"/>
                  </a:lnTo>
                  <a:lnTo>
                    <a:pt x="967" y="362"/>
                  </a:lnTo>
                  <a:lnTo>
                    <a:pt x="990" y="343"/>
                  </a:lnTo>
                  <a:lnTo>
                    <a:pt x="1010" y="321"/>
                  </a:lnTo>
                  <a:lnTo>
                    <a:pt x="1027" y="297"/>
                  </a:lnTo>
                  <a:lnTo>
                    <a:pt x="1039" y="270"/>
                  </a:lnTo>
                  <a:lnTo>
                    <a:pt x="1048" y="242"/>
                  </a:lnTo>
                  <a:lnTo>
                    <a:pt x="1053" y="213"/>
                  </a:lnTo>
                  <a:lnTo>
                    <a:pt x="1053" y="184"/>
                  </a:lnTo>
                  <a:lnTo>
                    <a:pt x="1048" y="155"/>
                  </a:lnTo>
                  <a:lnTo>
                    <a:pt x="1039" y="127"/>
                  </a:lnTo>
                  <a:lnTo>
                    <a:pt x="1027" y="100"/>
                  </a:lnTo>
                  <a:lnTo>
                    <a:pt x="1010" y="76"/>
                  </a:lnTo>
                  <a:lnTo>
                    <a:pt x="990" y="54"/>
                  </a:lnTo>
                  <a:lnTo>
                    <a:pt x="967" y="35"/>
                  </a:lnTo>
                  <a:lnTo>
                    <a:pt x="941" y="21"/>
                  </a:lnTo>
                  <a:lnTo>
                    <a:pt x="914" y="9"/>
                  </a:lnTo>
                  <a:lnTo>
                    <a:pt x="884" y="2"/>
                  </a:lnTo>
                  <a:lnTo>
                    <a:pt x="855" y="0"/>
                  </a:lnTo>
                  <a:lnTo>
                    <a:pt x="198" y="0"/>
                  </a:lnTo>
                  <a:lnTo>
                    <a:pt x="167" y="2"/>
                  </a:lnTo>
                  <a:lnTo>
                    <a:pt x="138" y="9"/>
                  </a:lnTo>
                  <a:lnTo>
                    <a:pt x="112" y="21"/>
                  </a:lnTo>
                  <a:lnTo>
                    <a:pt x="86" y="35"/>
                  </a:lnTo>
                  <a:lnTo>
                    <a:pt x="63" y="54"/>
                  </a:lnTo>
                  <a:lnTo>
                    <a:pt x="43" y="76"/>
                  </a:lnTo>
                  <a:lnTo>
                    <a:pt x="26" y="100"/>
                  </a:lnTo>
                  <a:lnTo>
                    <a:pt x="14" y="127"/>
                  </a:lnTo>
                  <a:lnTo>
                    <a:pt x="5" y="155"/>
                  </a:lnTo>
                  <a:lnTo>
                    <a:pt x="0" y="184"/>
                  </a:lnTo>
                  <a:lnTo>
                    <a:pt x="0" y="213"/>
                  </a:lnTo>
                  <a:lnTo>
                    <a:pt x="5" y="242"/>
                  </a:lnTo>
                  <a:lnTo>
                    <a:pt x="14" y="270"/>
                  </a:lnTo>
                  <a:lnTo>
                    <a:pt x="26" y="297"/>
                  </a:lnTo>
                  <a:lnTo>
                    <a:pt x="43" y="321"/>
                  </a:lnTo>
                  <a:lnTo>
                    <a:pt x="63" y="343"/>
                  </a:lnTo>
                  <a:lnTo>
                    <a:pt x="86" y="362"/>
                  </a:lnTo>
                  <a:lnTo>
                    <a:pt x="112" y="376"/>
                  </a:lnTo>
                  <a:lnTo>
                    <a:pt x="138" y="388"/>
                  </a:lnTo>
                  <a:lnTo>
                    <a:pt x="167" y="395"/>
                  </a:lnTo>
                  <a:lnTo>
                    <a:pt x="198" y="397"/>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283" name="Google Shape;283;p34"/>
            <p:cNvSpPr/>
            <p:nvPr/>
          </p:nvSpPr>
          <p:spPr>
            <a:xfrm>
              <a:off x="2477" y="3258"/>
              <a:ext cx="395" cy="198"/>
            </a:xfrm>
            <a:prstGeom prst="rect">
              <a:avLst/>
            </a:prstGeom>
            <a:noFill/>
            <a:ln>
              <a:noFill/>
            </a:ln>
          </p:spPr>
          <p:txBody>
            <a:bodyPr anchorCtr="0" anchor="t" bIns="50800" lIns="101600" spcFirstLastPara="1" rIns="101600" wrap="square" tIns="50800">
              <a:noAutofit/>
            </a:bodyPr>
            <a:lstStyle/>
            <a:p>
              <a:pPr indent="0" lvl="0" marL="0" marR="0" rtl="0" algn="l">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End</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7" name="Shape 287"/>
        <p:cNvGrpSpPr/>
        <p:nvPr/>
      </p:nvGrpSpPr>
      <p:grpSpPr>
        <a:xfrm>
          <a:off x="0" y="0"/>
          <a:ext cx="0" cy="0"/>
          <a:chOff x="0" y="0"/>
          <a:chExt cx="0" cy="0"/>
        </a:xfrm>
      </p:grpSpPr>
      <p:sp>
        <p:nvSpPr>
          <p:cNvPr id="288" name="Google Shape;288;p35"/>
          <p:cNvSpPr txBox="1"/>
          <p:nvPr>
            <p:ph type="title"/>
          </p:nvPr>
        </p:nvSpPr>
        <p:spPr>
          <a:xfrm>
            <a:off x="2136371" y="681038"/>
            <a:ext cx="9247572"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Flow of Control</a:t>
            </a:r>
            <a:endParaRPr/>
          </a:p>
        </p:txBody>
      </p:sp>
      <p:sp>
        <p:nvSpPr>
          <p:cNvPr id="289" name="Google Shape;289;p35"/>
          <p:cNvSpPr txBox="1"/>
          <p:nvPr>
            <p:ph idx="1" type="body"/>
          </p:nvPr>
        </p:nvSpPr>
        <p:spPr>
          <a:xfrm>
            <a:off x="2053244" y="1433986"/>
            <a:ext cx="9659389" cy="532426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a:p>
          <a:p>
            <a:pPr indent="-76200" lvl="0" marL="228600" rtl="0" algn="l">
              <a:lnSpc>
                <a:spcPct val="90000"/>
              </a:lnSpc>
              <a:spcBef>
                <a:spcPts val="1000"/>
              </a:spcBef>
              <a:spcAft>
                <a:spcPts val="0"/>
              </a:spcAft>
              <a:buClr>
                <a:schemeClr val="dk1"/>
              </a:buClr>
              <a:buSzPts val="2400"/>
              <a:buNone/>
            </a:pPr>
            <a:r>
              <a:t/>
            </a:r>
            <a:endParaRPr/>
          </a:p>
          <a:p>
            <a:pPr indent="0" lvl="0" marL="0" rtl="0" algn="l">
              <a:lnSpc>
                <a:spcPct val="90000"/>
              </a:lnSpc>
              <a:spcBef>
                <a:spcPts val="1000"/>
              </a:spcBef>
              <a:spcAft>
                <a:spcPts val="0"/>
              </a:spcAft>
              <a:buClr>
                <a:schemeClr val="dk1"/>
              </a:buClr>
              <a:buSzPts val="2400"/>
              <a:buNone/>
            </a:pPr>
            <a:r>
              <a:t/>
            </a:r>
            <a:endParaRPr/>
          </a:p>
          <a:p>
            <a:pPr indent="0" lvl="2" marL="914400" rtl="0" algn="l">
              <a:lnSpc>
                <a:spcPct val="90000"/>
              </a:lnSpc>
              <a:spcBef>
                <a:spcPts val="500"/>
              </a:spcBef>
              <a:spcAft>
                <a:spcPts val="0"/>
              </a:spcAft>
              <a:buClr>
                <a:schemeClr val="dk1"/>
              </a:buClr>
              <a:buSzPts val="1600"/>
              <a:buNone/>
            </a:pPr>
            <a:r>
              <a:t/>
            </a:r>
            <a:endParaRPr>
              <a:solidFill>
                <a:schemeClr val="dk1"/>
              </a:solidFill>
            </a:endParaRPr>
          </a:p>
          <a:p>
            <a:pPr indent="0" lvl="1" marL="457200" rtl="0" algn="l">
              <a:lnSpc>
                <a:spcPct val="90000"/>
              </a:lnSpc>
              <a:spcBef>
                <a:spcPts val="500"/>
              </a:spcBef>
              <a:spcAft>
                <a:spcPts val="0"/>
              </a:spcAft>
              <a:buClr>
                <a:schemeClr val="dk1"/>
              </a:buClr>
              <a:buSzPts val="2000"/>
              <a:buNone/>
            </a:pPr>
            <a:r>
              <a:t/>
            </a:r>
            <a:endParaRPr/>
          </a:p>
        </p:txBody>
      </p:sp>
      <p:sp>
        <p:nvSpPr>
          <p:cNvPr id="290" name="Google Shape;290;p35"/>
          <p:cNvSpPr txBox="1"/>
          <p:nvPr>
            <p:ph idx="2" type="body"/>
          </p:nvPr>
        </p:nvSpPr>
        <p:spPr>
          <a:xfrm>
            <a:off x="103081" y="681039"/>
            <a:ext cx="2033290" cy="5187198"/>
          </a:xfrm>
          <a:prstGeom prst="rect">
            <a:avLst/>
          </a:prstGeom>
          <a:noFill/>
          <a:ln>
            <a:noFill/>
          </a:ln>
        </p:spPr>
        <p:txBody>
          <a:bodyPr anchorCtr="0" anchor="t" bIns="45700" lIns="91425" spcFirstLastPara="1" rIns="91425" wrap="square" tIns="45700">
            <a:normAutofit fontScale="700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t/>
            </a:r>
            <a:endParaRPr u="sng"/>
          </a:p>
          <a:p>
            <a:pPr indent="0" lvl="0" marL="0" rtl="0" algn="ctr">
              <a:lnSpc>
                <a:spcPct val="90000"/>
              </a:lnSpc>
              <a:spcBef>
                <a:spcPts val="1000"/>
              </a:spcBef>
              <a:spcAft>
                <a:spcPts val="0"/>
              </a:spcAft>
              <a:buClr>
                <a:schemeClr val="dk1"/>
              </a:buClr>
              <a:buSzPct val="100000"/>
              <a:buNone/>
            </a:pPr>
            <a:r>
              <a:rPr lang="en-GB" u="sng"/>
              <a:t>Navigation</a:t>
            </a:r>
            <a:endParaRPr/>
          </a:p>
          <a:p>
            <a:pPr indent="0" lvl="0" marL="0" rtl="0" algn="ctr">
              <a:lnSpc>
                <a:spcPct val="90000"/>
              </a:lnSpc>
              <a:spcBef>
                <a:spcPts val="1000"/>
              </a:spcBef>
              <a:spcAft>
                <a:spcPts val="0"/>
              </a:spcAft>
              <a:buClr>
                <a:schemeClr val="dk1"/>
              </a:buClr>
              <a:buSzPct val="100000"/>
              <a:buNone/>
            </a:pPr>
            <a:r>
              <a:rPr b="0" lang="en-GB" sz="1600"/>
              <a:t>Agenda</a:t>
            </a:r>
            <a:endParaRPr/>
          </a:p>
          <a:p>
            <a:pPr indent="0" lvl="0" marL="0" rtl="0" algn="ctr">
              <a:lnSpc>
                <a:spcPct val="90000"/>
              </a:lnSpc>
              <a:spcBef>
                <a:spcPts val="1000"/>
              </a:spcBef>
              <a:spcAft>
                <a:spcPts val="0"/>
              </a:spcAft>
              <a:buClr>
                <a:schemeClr val="dk1"/>
              </a:buClr>
              <a:buSzPct val="100000"/>
              <a:buNone/>
            </a:pPr>
            <a:r>
              <a:rPr b="0" lang="en-GB" sz="1600"/>
              <a:t>How to start</a:t>
            </a:r>
            <a:endParaRPr/>
          </a:p>
          <a:p>
            <a:pPr indent="0" lvl="0" marL="0" rtl="0" algn="ctr">
              <a:lnSpc>
                <a:spcPct val="90000"/>
              </a:lnSpc>
              <a:spcBef>
                <a:spcPts val="1000"/>
              </a:spcBef>
              <a:spcAft>
                <a:spcPts val="0"/>
              </a:spcAft>
              <a:buClr>
                <a:schemeClr val="dk1"/>
              </a:buClr>
              <a:buSzPct val="100000"/>
              <a:buNone/>
            </a:pPr>
            <a:r>
              <a:rPr b="0" lang="en-GB" sz="1600"/>
              <a:t>Scenario based problem</a:t>
            </a:r>
            <a:endParaRPr/>
          </a:p>
          <a:p>
            <a:pPr indent="0" lvl="0" marL="0" rtl="0" algn="ctr">
              <a:lnSpc>
                <a:spcPct val="90000"/>
              </a:lnSpc>
              <a:spcBef>
                <a:spcPts val="1000"/>
              </a:spcBef>
              <a:spcAft>
                <a:spcPts val="0"/>
              </a:spcAft>
              <a:buClr>
                <a:schemeClr val="dk1"/>
              </a:buClr>
              <a:buSzPct val="100000"/>
              <a:buNone/>
            </a:pPr>
            <a:r>
              <a:rPr b="0" lang="en-GB" sz="1600"/>
              <a:t>A methodological approach</a:t>
            </a:r>
            <a:endParaRPr b="0" sz="1600"/>
          </a:p>
          <a:p>
            <a:pPr indent="0" lvl="0" marL="0" rtl="0" algn="ctr">
              <a:lnSpc>
                <a:spcPct val="90000"/>
              </a:lnSpc>
              <a:spcBef>
                <a:spcPts val="1000"/>
              </a:spcBef>
              <a:spcAft>
                <a:spcPts val="0"/>
              </a:spcAft>
              <a:buClr>
                <a:schemeClr val="dk1"/>
              </a:buClr>
              <a:buSzPct val="100000"/>
              <a:buNone/>
            </a:pPr>
            <a:r>
              <a:rPr b="0" lang="en-GB" sz="1600"/>
              <a:t>Algorithms</a:t>
            </a:r>
            <a:endParaRPr/>
          </a:p>
          <a:p>
            <a:pPr indent="0" lvl="0" marL="0" rtl="0" algn="ctr">
              <a:lnSpc>
                <a:spcPct val="90000"/>
              </a:lnSpc>
              <a:spcBef>
                <a:spcPts val="1000"/>
              </a:spcBef>
              <a:spcAft>
                <a:spcPts val="0"/>
              </a:spcAft>
              <a:buClr>
                <a:schemeClr val="dk1"/>
              </a:buClr>
              <a:buSzPct val="100000"/>
              <a:buNone/>
            </a:pPr>
            <a:r>
              <a:rPr b="0" lang="en-GB" sz="1600"/>
              <a:t>Characteristics of Good Algorithms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600"/>
              <a:t>Pseudocode</a:t>
            </a:r>
            <a:endParaRPr/>
          </a:p>
          <a:p>
            <a:pPr indent="0" lvl="0" marL="0" rtl="0" algn="ctr">
              <a:lnSpc>
                <a:spcPct val="90000"/>
              </a:lnSpc>
              <a:spcBef>
                <a:spcPts val="1000"/>
              </a:spcBef>
              <a:spcAft>
                <a:spcPts val="0"/>
              </a:spcAft>
              <a:buClr>
                <a:schemeClr val="dk1"/>
              </a:buClr>
              <a:buSzPct val="100000"/>
              <a:buNone/>
            </a:pPr>
            <a:r>
              <a:rPr b="0" lang="en-GB" sz="1600"/>
              <a:t>Pseudocode Keywords</a:t>
            </a:r>
            <a:endParaRPr/>
          </a:p>
          <a:p>
            <a:pPr indent="0" lvl="0" marL="0" rtl="0" algn="ctr">
              <a:lnSpc>
                <a:spcPct val="90000"/>
              </a:lnSpc>
              <a:spcBef>
                <a:spcPts val="1000"/>
              </a:spcBef>
              <a:spcAft>
                <a:spcPts val="0"/>
              </a:spcAft>
              <a:buClr>
                <a:schemeClr val="dk1"/>
              </a:buClr>
              <a:buSzPct val="100000"/>
              <a:buNone/>
            </a:pPr>
            <a:r>
              <a:rPr b="0" lang="en-GB" sz="1600"/>
              <a:t>Exercise and Example</a:t>
            </a:r>
            <a:endParaRPr/>
          </a:p>
          <a:p>
            <a:pPr indent="0" lvl="0" marL="0" rtl="0" algn="ctr">
              <a:lnSpc>
                <a:spcPct val="90000"/>
              </a:lnSpc>
              <a:spcBef>
                <a:spcPts val="1000"/>
              </a:spcBef>
              <a:spcAft>
                <a:spcPts val="0"/>
              </a:spcAft>
              <a:buClr>
                <a:schemeClr val="dk1"/>
              </a:buClr>
              <a:buSzPct val="100000"/>
              <a:buNone/>
            </a:pPr>
            <a:r>
              <a:rPr b="0" lang="en-GB" sz="1600"/>
              <a:t>Flowchart Basic Symbols</a:t>
            </a:r>
            <a:endParaRPr/>
          </a:p>
          <a:p>
            <a:pPr indent="0" lvl="0" marL="0" rtl="0" algn="ctr">
              <a:lnSpc>
                <a:spcPct val="90000"/>
              </a:lnSpc>
              <a:spcBef>
                <a:spcPts val="1000"/>
              </a:spcBef>
              <a:spcAft>
                <a:spcPts val="0"/>
              </a:spcAft>
              <a:buClr>
                <a:schemeClr val="dk1"/>
              </a:buClr>
              <a:buSzPct val="100000"/>
              <a:buNone/>
            </a:pPr>
            <a:r>
              <a:rPr b="0" lang="en-GB" sz="1600"/>
              <a:t>Flowchart Advanced Symbols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500"/>
              <a:t>Flow of Control</a:t>
            </a:r>
            <a:endParaRPr/>
          </a:p>
          <a:p>
            <a:pPr indent="0" lvl="0" marL="0" rtl="0" algn="ctr">
              <a:lnSpc>
                <a:spcPct val="90000"/>
              </a:lnSpc>
              <a:spcBef>
                <a:spcPts val="1000"/>
              </a:spcBef>
              <a:spcAft>
                <a:spcPts val="0"/>
              </a:spcAft>
              <a:buClr>
                <a:schemeClr val="dk1"/>
              </a:buClr>
              <a:buSzPct val="100000"/>
              <a:buNone/>
            </a:pPr>
            <a:r>
              <a:rPr b="0" lang="en-GB" sz="1500"/>
              <a:t>Flow of Control –Sequential</a:t>
            </a:r>
            <a:endParaRPr/>
          </a:p>
          <a:p>
            <a:pPr indent="0" lvl="0" marL="0" rtl="0" algn="ctr">
              <a:lnSpc>
                <a:spcPct val="90000"/>
              </a:lnSpc>
              <a:spcBef>
                <a:spcPts val="1000"/>
              </a:spcBef>
              <a:spcAft>
                <a:spcPts val="0"/>
              </a:spcAft>
              <a:buClr>
                <a:schemeClr val="dk1"/>
              </a:buClr>
              <a:buSzPct val="100000"/>
              <a:buNone/>
            </a:pPr>
            <a:r>
              <a:rPr b="0" lang="en-GB" sz="1500"/>
              <a:t>Flow of Control –Selection</a:t>
            </a:r>
            <a:endParaRPr/>
          </a:p>
          <a:p>
            <a:pPr indent="0" lvl="0" marL="0" rtl="0" algn="ctr">
              <a:lnSpc>
                <a:spcPct val="90000"/>
              </a:lnSpc>
              <a:spcBef>
                <a:spcPts val="1000"/>
              </a:spcBef>
              <a:spcAft>
                <a:spcPts val="0"/>
              </a:spcAft>
              <a:buClr>
                <a:schemeClr val="dk1"/>
              </a:buClr>
              <a:buSzPct val="100000"/>
              <a:buNone/>
            </a:pPr>
            <a:r>
              <a:rPr lang="en-GB" sz="1500"/>
              <a:t>Flow of Control -Repetative</a:t>
            </a:r>
            <a:endParaRPr sz="1500"/>
          </a:p>
          <a:p>
            <a:pPr indent="0" lvl="0" marL="0" rtl="0" algn="ctr">
              <a:lnSpc>
                <a:spcPct val="90000"/>
              </a:lnSpc>
              <a:spcBef>
                <a:spcPts val="1000"/>
              </a:spcBef>
              <a:spcAft>
                <a:spcPts val="0"/>
              </a:spcAft>
              <a:buClr>
                <a:schemeClr val="dk1"/>
              </a:buClr>
              <a:buSzPct val="100000"/>
              <a:buNone/>
            </a:pPr>
            <a:r>
              <a:t/>
            </a:r>
            <a:endParaRPr sz="1500"/>
          </a:p>
          <a:p>
            <a:pPr indent="0" lvl="0" marL="0" rtl="0" algn="ctr">
              <a:lnSpc>
                <a:spcPct val="90000"/>
              </a:lnSpc>
              <a:spcBef>
                <a:spcPts val="1000"/>
              </a:spcBef>
              <a:spcAft>
                <a:spcPts val="0"/>
              </a:spcAft>
              <a:buClr>
                <a:schemeClr val="dk1"/>
              </a:buClr>
              <a:buSzPct val="100000"/>
              <a:buNone/>
            </a:pPr>
            <a:r>
              <a:t/>
            </a:r>
            <a:endParaRPr sz="1500"/>
          </a:p>
          <a:p>
            <a:pPr indent="0" lvl="0" marL="0" rtl="0" algn="ctr">
              <a:lnSpc>
                <a:spcPct val="90000"/>
              </a:lnSpc>
              <a:spcBef>
                <a:spcPts val="1000"/>
              </a:spcBef>
              <a:spcAft>
                <a:spcPts val="0"/>
              </a:spcAft>
              <a:buClr>
                <a:schemeClr val="dk1"/>
              </a:buClr>
              <a:buSzPct val="100000"/>
              <a:buNone/>
            </a:pPr>
            <a:r>
              <a:t/>
            </a:r>
            <a:endParaRPr sz="1500"/>
          </a:p>
        </p:txBody>
      </p:sp>
      <p:grpSp>
        <p:nvGrpSpPr>
          <p:cNvPr id="291" name="Google Shape;291;p35"/>
          <p:cNvGrpSpPr/>
          <p:nvPr/>
        </p:nvGrpSpPr>
        <p:grpSpPr>
          <a:xfrm>
            <a:off x="2136371" y="1733125"/>
            <a:ext cx="5041820" cy="3690889"/>
            <a:chOff x="960" y="1056"/>
            <a:chExt cx="3900" cy="2708"/>
          </a:xfrm>
        </p:grpSpPr>
        <p:sp>
          <p:nvSpPr>
            <p:cNvPr id="292" name="Google Shape;292;p35"/>
            <p:cNvSpPr/>
            <p:nvPr/>
          </p:nvSpPr>
          <p:spPr>
            <a:xfrm>
              <a:off x="960" y="1064"/>
              <a:ext cx="3900" cy="27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sp>
          <p:nvSpPr>
            <p:cNvPr id="293" name="Google Shape;293;p35"/>
            <p:cNvSpPr txBox="1"/>
            <p:nvPr/>
          </p:nvSpPr>
          <p:spPr>
            <a:xfrm>
              <a:off x="2486" y="1511"/>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Condition</a:t>
              </a:r>
              <a:endParaRPr sz="1800">
                <a:solidFill>
                  <a:schemeClr val="dk1"/>
                </a:solidFill>
                <a:latin typeface="Calibri"/>
                <a:ea typeface="Calibri"/>
                <a:cs typeface="Calibri"/>
                <a:sym typeface="Calibri"/>
              </a:endParaRPr>
            </a:p>
          </p:txBody>
        </p:sp>
        <p:sp>
          <p:nvSpPr>
            <p:cNvPr id="294" name="Google Shape;294;p35"/>
            <p:cNvSpPr/>
            <p:nvPr/>
          </p:nvSpPr>
          <p:spPr>
            <a:xfrm>
              <a:off x="2352" y="1344"/>
              <a:ext cx="1152" cy="576"/>
            </a:xfrm>
            <a:prstGeom prst="flowChartDecision">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sp>
          <p:nvSpPr>
            <p:cNvPr id="295" name="Google Shape;295;p35"/>
            <p:cNvSpPr txBox="1"/>
            <p:nvPr/>
          </p:nvSpPr>
          <p:spPr>
            <a:xfrm>
              <a:off x="1215" y="2358"/>
              <a:ext cx="1500" cy="6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else-</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statement(s)</a:t>
              </a:r>
              <a:endParaRPr sz="1800">
                <a:solidFill>
                  <a:schemeClr val="dk1"/>
                </a:solidFill>
                <a:latin typeface="Calibri"/>
                <a:ea typeface="Calibri"/>
                <a:cs typeface="Calibri"/>
                <a:sym typeface="Calibri"/>
              </a:endParaRPr>
            </a:p>
          </p:txBody>
        </p:sp>
        <p:sp>
          <p:nvSpPr>
            <p:cNvPr id="296" name="Google Shape;296;p35"/>
            <p:cNvSpPr txBox="1"/>
            <p:nvPr/>
          </p:nvSpPr>
          <p:spPr>
            <a:xfrm>
              <a:off x="3298" y="2358"/>
              <a:ext cx="1200" cy="6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then-</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statement(s)</a:t>
              </a:r>
              <a:endParaRPr sz="1800">
                <a:solidFill>
                  <a:schemeClr val="dk1"/>
                </a:solidFill>
                <a:latin typeface="Calibri"/>
                <a:ea typeface="Calibri"/>
                <a:cs typeface="Calibri"/>
                <a:sym typeface="Calibri"/>
              </a:endParaRPr>
            </a:p>
          </p:txBody>
        </p:sp>
        <p:cxnSp>
          <p:nvCxnSpPr>
            <p:cNvPr id="297" name="Google Shape;297;p35"/>
            <p:cNvCxnSpPr/>
            <p:nvPr/>
          </p:nvCxnSpPr>
          <p:spPr>
            <a:xfrm>
              <a:off x="3504" y="1632"/>
              <a:ext cx="480" cy="0"/>
            </a:xfrm>
            <a:prstGeom prst="straightConnector1">
              <a:avLst/>
            </a:prstGeom>
            <a:noFill/>
            <a:ln cap="flat" cmpd="sng" w="9525">
              <a:solidFill>
                <a:schemeClr val="dk1"/>
              </a:solidFill>
              <a:prstDash val="solid"/>
              <a:miter lim="800000"/>
              <a:headEnd len="sm" w="sm" type="none"/>
              <a:tailEnd len="sm" w="sm" type="none"/>
            </a:ln>
          </p:spPr>
        </p:cxnSp>
        <p:cxnSp>
          <p:nvCxnSpPr>
            <p:cNvPr id="298" name="Google Shape;298;p35"/>
            <p:cNvCxnSpPr/>
            <p:nvPr/>
          </p:nvCxnSpPr>
          <p:spPr>
            <a:xfrm>
              <a:off x="1872" y="1632"/>
              <a:ext cx="480" cy="0"/>
            </a:xfrm>
            <a:prstGeom prst="straightConnector1">
              <a:avLst/>
            </a:prstGeom>
            <a:noFill/>
            <a:ln cap="flat" cmpd="sng" w="9525">
              <a:solidFill>
                <a:schemeClr val="dk1"/>
              </a:solidFill>
              <a:prstDash val="solid"/>
              <a:miter lim="800000"/>
              <a:headEnd len="sm" w="sm" type="none"/>
              <a:tailEnd len="sm" w="sm" type="none"/>
            </a:ln>
          </p:spPr>
        </p:cxnSp>
        <p:cxnSp>
          <p:nvCxnSpPr>
            <p:cNvPr id="299" name="Google Shape;299;p35"/>
            <p:cNvCxnSpPr/>
            <p:nvPr/>
          </p:nvCxnSpPr>
          <p:spPr>
            <a:xfrm>
              <a:off x="1872" y="1632"/>
              <a:ext cx="0" cy="726"/>
            </a:xfrm>
            <a:prstGeom prst="straightConnector1">
              <a:avLst/>
            </a:prstGeom>
            <a:noFill/>
            <a:ln cap="flat" cmpd="sng" w="9525">
              <a:solidFill>
                <a:schemeClr val="dk1"/>
              </a:solidFill>
              <a:prstDash val="solid"/>
              <a:miter lim="800000"/>
              <a:headEnd len="sm" w="sm" type="none"/>
              <a:tailEnd len="med" w="med" type="triangle"/>
            </a:ln>
          </p:spPr>
        </p:cxnSp>
        <p:cxnSp>
          <p:nvCxnSpPr>
            <p:cNvPr id="300" name="Google Shape;300;p35"/>
            <p:cNvCxnSpPr/>
            <p:nvPr/>
          </p:nvCxnSpPr>
          <p:spPr>
            <a:xfrm>
              <a:off x="3984" y="1632"/>
              <a:ext cx="0" cy="726"/>
            </a:xfrm>
            <a:prstGeom prst="straightConnector1">
              <a:avLst/>
            </a:prstGeom>
            <a:noFill/>
            <a:ln cap="flat" cmpd="sng" w="9525">
              <a:solidFill>
                <a:schemeClr val="dk1"/>
              </a:solidFill>
              <a:prstDash val="solid"/>
              <a:miter lim="800000"/>
              <a:headEnd len="sm" w="sm" type="none"/>
              <a:tailEnd len="med" w="med" type="triangle"/>
            </a:ln>
          </p:spPr>
        </p:cxnSp>
        <p:cxnSp>
          <p:nvCxnSpPr>
            <p:cNvPr id="301" name="Google Shape;301;p35"/>
            <p:cNvCxnSpPr/>
            <p:nvPr/>
          </p:nvCxnSpPr>
          <p:spPr>
            <a:xfrm>
              <a:off x="2928" y="1056"/>
              <a:ext cx="0" cy="288"/>
            </a:xfrm>
            <a:prstGeom prst="straightConnector1">
              <a:avLst/>
            </a:prstGeom>
            <a:noFill/>
            <a:ln cap="flat" cmpd="sng" w="9525">
              <a:solidFill>
                <a:schemeClr val="dk1"/>
              </a:solidFill>
              <a:prstDash val="solid"/>
              <a:miter lim="800000"/>
              <a:headEnd len="sm" w="sm" type="none"/>
              <a:tailEnd len="med" w="med" type="triangle"/>
            </a:ln>
          </p:spPr>
        </p:cxnSp>
        <p:cxnSp>
          <p:nvCxnSpPr>
            <p:cNvPr id="302" name="Google Shape;302;p35"/>
            <p:cNvCxnSpPr/>
            <p:nvPr/>
          </p:nvCxnSpPr>
          <p:spPr>
            <a:xfrm>
              <a:off x="1872" y="2832"/>
              <a:ext cx="0" cy="288"/>
            </a:xfrm>
            <a:prstGeom prst="straightConnector1">
              <a:avLst/>
            </a:prstGeom>
            <a:noFill/>
            <a:ln cap="flat" cmpd="sng" w="9525">
              <a:solidFill>
                <a:schemeClr val="dk1"/>
              </a:solidFill>
              <a:prstDash val="solid"/>
              <a:miter lim="800000"/>
              <a:headEnd len="sm" w="sm" type="none"/>
              <a:tailEnd len="sm" w="sm" type="none"/>
            </a:ln>
          </p:spPr>
        </p:cxnSp>
        <p:cxnSp>
          <p:nvCxnSpPr>
            <p:cNvPr id="303" name="Google Shape;303;p35"/>
            <p:cNvCxnSpPr/>
            <p:nvPr/>
          </p:nvCxnSpPr>
          <p:spPr>
            <a:xfrm>
              <a:off x="3984" y="2832"/>
              <a:ext cx="0" cy="288"/>
            </a:xfrm>
            <a:prstGeom prst="straightConnector1">
              <a:avLst/>
            </a:prstGeom>
            <a:noFill/>
            <a:ln cap="flat" cmpd="sng" w="9525">
              <a:solidFill>
                <a:schemeClr val="dk1"/>
              </a:solidFill>
              <a:prstDash val="solid"/>
              <a:miter lim="800000"/>
              <a:headEnd len="sm" w="sm" type="none"/>
              <a:tailEnd len="sm" w="sm" type="none"/>
            </a:ln>
          </p:spPr>
        </p:cxnSp>
        <p:cxnSp>
          <p:nvCxnSpPr>
            <p:cNvPr id="304" name="Google Shape;304;p35"/>
            <p:cNvCxnSpPr/>
            <p:nvPr/>
          </p:nvCxnSpPr>
          <p:spPr>
            <a:xfrm>
              <a:off x="1872" y="3120"/>
              <a:ext cx="1008" cy="0"/>
            </a:xfrm>
            <a:prstGeom prst="straightConnector1">
              <a:avLst/>
            </a:prstGeom>
            <a:noFill/>
            <a:ln cap="flat" cmpd="sng" w="9525">
              <a:solidFill>
                <a:schemeClr val="dk1"/>
              </a:solidFill>
              <a:prstDash val="solid"/>
              <a:miter lim="800000"/>
              <a:headEnd len="sm" w="sm" type="none"/>
              <a:tailEnd len="sm" w="sm" type="none"/>
            </a:ln>
          </p:spPr>
        </p:cxnSp>
        <p:cxnSp>
          <p:nvCxnSpPr>
            <p:cNvPr id="305" name="Google Shape;305;p35"/>
            <p:cNvCxnSpPr/>
            <p:nvPr/>
          </p:nvCxnSpPr>
          <p:spPr>
            <a:xfrm>
              <a:off x="3024" y="3120"/>
              <a:ext cx="960" cy="0"/>
            </a:xfrm>
            <a:prstGeom prst="straightConnector1">
              <a:avLst/>
            </a:prstGeom>
            <a:noFill/>
            <a:ln cap="flat" cmpd="sng" w="9525">
              <a:solidFill>
                <a:schemeClr val="dk1"/>
              </a:solidFill>
              <a:prstDash val="solid"/>
              <a:miter lim="800000"/>
              <a:headEnd len="sm" w="sm" type="none"/>
              <a:tailEnd len="sm" w="sm" type="none"/>
            </a:ln>
          </p:spPr>
        </p:cxnSp>
        <p:sp>
          <p:nvSpPr>
            <p:cNvPr id="306" name="Google Shape;306;p35"/>
            <p:cNvSpPr/>
            <p:nvPr/>
          </p:nvSpPr>
          <p:spPr>
            <a:xfrm>
              <a:off x="2880" y="3024"/>
              <a:ext cx="144" cy="144"/>
            </a:xfrm>
            <a:prstGeom prst="flowChartConnector">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cxnSp>
          <p:nvCxnSpPr>
            <p:cNvPr id="307" name="Google Shape;307;p35"/>
            <p:cNvCxnSpPr/>
            <p:nvPr/>
          </p:nvCxnSpPr>
          <p:spPr>
            <a:xfrm>
              <a:off x="2928" y="3168"/>
              <a:ext cx="0" cy="288"/>
            </a:xfrm>
            <a:prstGeom prst="straightConnector1">
              <a:avLst/>
            </a:prstGeom>
            <a:noFill/>
            <a:ln cap="flat" cmpd="sng" w="9525">
              <a:solidFill>
                <a:schemeClr val="dk1"/>
              </a:solidFill>
              <a:prstDash val="solid"/>
              <a:miter lim="800000"/>
              <a:headEnd len="sm" w="sm" type="none"/>
              <a:tailEnd len="med" w="med" type="triangle"/>
            </a:ln>
          </p:spPr>
        </p:cxnSp>
        <p:sp>
          <p:nvSpPr>
            <p:cNvPr id="308" name="Google Shape;308;p35"/>
            <p:cNvSpPr txBox="1"/>
            <p:nvPr/>
          </p:nvSpPr>
          <p:spPr>
            <a:xfrm>
              <a:off x="3600" y="1407"/>
              <a:ext cx="6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Noto Sans Symbols"/>
                <a:buNone/>
              </a:pPr>
              <a:r>
                <a:rPr lang="en-GB" sz="1600">
                  <a:solidFill>
                    <a:schemeClr val="dk1"/>
                  </a:solidFill>
                  <a:latin typeface="Arial"/>
                  <a:ea typeface="Arial"/>
                  <a:cs typeface="Arial"/>
                  <a:sym typeface="Arial"/>
                </a:rPr>
                <a:t>Yes</a:t>
              </a:r>
              <a:endParaRPr sz="1800">
                <a:solidFill>
                  <a:schemeClr val="dk1"/>
                </a:solidFill>
                <a:latin typeface="Calibri"/>
                <a:ea typeface="Calibri"/>
                <a:cs typeface="Calibri"/>
                <a:sym typeface="Calibri"/>
              </a:endParaRPr>
            </a:p>
          </p:txBody>
        </p:sp>
        <p:sp>
          <p:nvSpPr>
            <p:cNvPr id="309" name="Google Shape;309;p35"/>
            <p:cNvSpPr txBox="1"/>
            <p:nvPr/>
          </p:nvSpPr>
          <p:spPr>
            <a:xfrm>
              <a:off x="1956" y="1407"/>
              <a:ext cx="6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Noto Sans Symbols"/>
                <a:buNone/>
              </a:pPr>
              <a:r>
                <a:rPr lang="en-GB" sz="1600">
                  <a:solidFill>
                    <a:schemeClr val="dk1"/>
                  </a:solidFill>
                  <a:latin typeface="Arial"/>
                  <a:ea typeface="Arial"/>
                  <a:cs typeface="Arial"/>
                  <a:sym typeface="Arial"/>
                </a:rPr>
                <a:t>N</a:t>
              </a:r>
              <a:r>
                <a:rPr lang="en-GB" sz="1600">
                  <a:solidFill>
                    <a:schemeClr val="dk1"/>
                  </a:solidFill>
                  <a:latin typeface="Calibri"/>
                  <a:ea typeface="Calibri"/>
                  <a:cs typeface="Calibri"/>
                  <a:sym typeface="Calibri"/>
                </a:rPr>
                <a:t>o</a:t>
              </a:r>
              <a:endParaRPr sz="1800">
                <a:solidFill>
                  <a:schemeClr val="dk1"/>
                </a:solidFill>
                <a:latin typeface="Calibri"/>
                <a:ea typeface="Calibri"/>
                <a:cs typeface="Calibri"/>
                <a:sym typeface="Calibri"/>
              </a:endParaRPr>
            </a:p>
          </p:txBody>
        </p:sp>
      </p:grpSp>
      <p:grpSp>
        <p:nvGrpSpPr>
          <p:cNvPr id="310" name="Google Shape;310;p35"/>
          <p:cNvGrpSpPr/>
          <p:nvPr/>
        </p:nvGrpSpPr>
        <p:grpSpPr>
          <a:xfrm>
            <a:off x="7407697" y="1823354"/>
            <a:ext cx="4731551" cy="2964288"/>
            <a:chOff x="624" y="960"/>
            <a:chExt cx="4416" cy="2784"/>
          </a:xfrm>
        </p:grpSpPr>
        <p:sp>
          <p:nvSpPr>
            <p:cNvPr id="311" name="Google Shape;311;p35"/>
            <p:cNvSpPr/>
            <p:nvPr/>
          </p:nvSpPr>
          <p:spPr>
            <a:xfrm>
              <a:off x="2487" y="3446"/>
              <a:ext cx="613" cy="198"/>
            </a:xfrm>
            <a:custGeom>
              <a:rect b="b" l="l" r="r" t="t"/>
              <a:pathLst>
                <a:path extrusionOk="0" h="398" w="1054">
                  <a:moveTo>
                    <a:pt x="198" y="397"/>
                  </a:moveTo>
                  <a:lnTo>
                    <a:pt x="855" y="397"/>
                  </a:lnTo>
                  <a:lnTo>
                    <a:pt x="884" y="395"/>
                  </a:lnTo>
                  <a:lnTo>
                    <a:pt x="914" y="388"/>
                  </a:lnTo>
                  <a:lnTo>
                    <a:pt x="941" y="376"/>
                  </a:lnTo>
                  <a:lnTo>
                    <a:pt x="967" y="362"/>
                  </a:lnTo>
                  <a:lnTo>
                    <a:pt x="990" y="343"/>
                  </a:lnTo>
                  <a:lnTo>
                    <a:pt x="1010" y="321"/>
                  </a:lnTo>
                  <a:lnTo>
                    <a:pt x="1027" y="297"/>
                  </a:lnTo>
                  <a:lnTo>
                    <a:pt x="1039" y="270"/>
                  </a:lnTo>
                  <a:lnTo>
                    <a:pt x="1048" y="242"/>
                  </a:lnTo>
                  <a:lnTo>
                    <a:pt x="1053" y="213"/>
                  </a:lnTo>
                  <a:lnTo>
                    <a:pt x="1053" y="184"/>
                  </a:lnTo>
                  <a:lnTo>
                    <a:pt x="1048" y="155"/>
                  </a:lnTo>
                  <a:lnTo>
                    <a:pt x="1039" y="127"/>
                  </a:lnTo>
                  <a:lnTo>
                    <a:pt x="1027" y="100"/>
                  </a:lnTo>
                  <a:lnTo>
                    <a:pt x="1010" y="76"/>
                  </a:lnTo>
                  <a:lnTo>
                    <a:pt x="990" y="54"/>
                  </a:lnTo>
                  <a:lnTo>
                    <a:pt x="967" y="35"/>
                  </a:lnTo>
                  <a:lnTo>
                    <a:pt x="941" y="21"/>
                  </a:lnTo>
                  <a:lnTo>
                    <a:pt x="914" y="9"/>
                  </a:lnTo>
                  <a:lnTo>
                    <a:pt x="884" y="2"/>
                  </a:lnTo>
                  <a:lnTo>
                    <a:pt x="855" y="0"/>
                  </a:lnTo>
                  <a:lnTo>
                    <a:pt x="198" y="0"/>
                  </a:lnTo>
                  <a:lnTo>
                    <a:pt x="167" y="2"/>
                  </a:lnTo>
                  <a:lnTo>
                    <a:pt x="138" y="9"/>
                  </a:lnTo>
                  <a:lnTo>
                    <a:pt x="112" y="21"/>
                  </a:lnTo>
                  <a:lnTo>
                    <a:pt x="86" y="35"/>
                  </a:lnTo>
                  <a:lnTo>
                    <a:pt x="63" y="54"/>
                  </a:lnTo>
                  <a:lnTo>
                    <a:pt x="43" y="76"/>
                  </a:lnTo>
                  <a:lnTo>
                    <a:pt x="26" y="100"/>
                  </a:lnTo>
                  <a:lnTo>
                    <a:pt x="14" y="127"/>
                  </a:lnTo>
                  <a:lnTo>
                    <a:pt x="5" y="155"/>
                  </a:lnTo>
                  <a:lnTo>
                    <a:pt x="0" y="184"/>
                  </a:lnTo>
                  <a:lnTo>
                    <a:pt x="0" y="213"/>
                  </a:lnTo>
                  <a:lnTo>
                    <a:pt x="5" y="242"/>
                  </a:lnTo>
                  <a:lnTo>
                    <a:pt x="14" y="270"/>
                  </a:lnTo>
                  <a:lnTo>
                    <a:pt x="26" y="297"/>
                  </a:lnTo>
                  <a:lnTo>
                    <a:pt x="43" y="321"/>
                  </a:lnTo>
                  <a:lnTo>
                    <a:pt x="63" y="343"/>
                  </a:lnTo>
                  <a:lnTo>
                    <a:pt x="86" y="362"/>
                  </a:lnTo>
                  <a:lnTo>
                    <a:pt x="112" y="376"/>
                  </a:lnTo>
                  <a:lnTo>
                    <a:pt x="138" y="388"/>
                  </a:lnTo>
                  <a:lnTo>
                    <a:pt x="167" y="395"/>
                  </a:lnTo>
                  <a:lnTo>
                    <a:pt x="198" y="397"/>
                  </a:lnTo>
                </a:path>
              </a:pathLst>
            </a:custGeom>
            <a:solidFill>
              <a:schemeClr val="l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12" name="Google Shape;312;p35"/>
            <p:cNvSpPr/>
            <p:nvPr/>
          </p:nvSpPr>
          <p:spPr>
            <a:xfrm>
              <a:off x="624" y="960"/>
              <a:ext cx="4416" cy="278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sp>
          <p:nvSpPr>
            <p:cNvPr id="313" name="Google Shape;313;p35"/>
            <p:cNvSpPr/>
            <p:nvPr/>
          </p:nvSpPr>
          <p:spPr>
            <a:xfrm>
              <a:off x="3589" y="2327"/>
              <a:ext cx="326" cy="331"/>
            </a:xfrm>
            <a:custGeom>
              <a:rect b="b" l="l" r="r" t="t"/>
              <a:pathLst>
                <a:path extrusionOk="0" h="625" w="481">
                  <a:moveTo>
                    <a:pt x="0" y="0"/>
                  </a:moveTo>
                  <a:lnTo>
                    <a:pt x="480" y="0"/>
                  </a:lnTo>
                  <a:lnTo>
                    <a:pt x="480" y="62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14" name="Google Shape;314;p35"/>
            <p:cNvSpPr/>
            <p:nvPr/>
          </p:nvSpPr>
          <p:spPr>
            <a:xfrm flipH="1">
              <a:off x="2753" y="3214"/>
              <a:ext cx="41" cy="220"/>
            </a:xfrm>
            <a:custGeom>
              <a:rect b="b" l="l" r="r" t="t"/>
              <a:pathLst>
                <a:path extrusionOk="0" h="445" w="1">
                  <a:moveTo>
                    <a:pt x="0" y="0"/>
                  </a:moveTo>
                  <a:lnTo>
                    <a:pt x="0" y="44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15" name="Google Shape;315;p35"/>
            <p:cNvSpPr/>
            <p:nvPr/>
          </p:nvSpPr>
          <p:spPr>
            <a:xfrm>
              <a:off x="2945" y="3024"/>
              <a:ext cx="991" cy="244"/>
            </a:xfrm>
            <a:custGeom>
              <a:rect b="b" l="l" r="r" t="t"/>
              <a:pathLst>
                <a:path extrusionOk="0" h="481" w="925">
                  <a:moveTo>
                    <a:pt x="924" y="0"/>
                  </a:moveTo>
                  <a:lnTo>
                    <a:pt x="924" y="480"/>
                  </a:lnTo>
                  <a:lnTo>
                    <a:pt x="0" y="480"/>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16" name="Google Shape;316;p35"/>
            <p:cNvSpPr/>
            <p:nvPr/>
          </p:nvSpPr>
          <p:spPr>
            <a:xfrm>
              <a:off x="1728" y="3120"/>
              <a:ext cx="918" cy="148"/>
            </a:xfrm>
            <a:custGeom>
              <a:rect b="b" l="l" r="r" t="t"/>
              <a:pathLst>
                <a:path extrusionOk="0" h="481" w="925">
                  <a:moveTo>
                    <a:pt x="0" y="0"/>
                  </a:moveTo>
                  <a:lnTo>
                    <a:pt x="0" y="480"/>
                  </a:lnTo>
                  <a:lnTo>
                    <a:pt x="924" y="480"/>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17" name="Google Shape;317;p35"/>
            <p:cNvSpPr/>
            <p:nvPr/>
          </p:nvSpPr>
          <p:spPr>
            <a:xfrm>
              <a:off x="1701" y="2332"/>
              <a:ext cx="320" cy="326"/>
            </a:xfrm>
            <a:custGeom>
              <a:rect b="b" l="l" r="r" t="t"/>
              <a:pathLst>
                <a:path extrusionOk="0" h="625" w="481">
                  <a:moveTo>
                    <a:pt x="480" y="0"/>
                  </a:moveTo>
                  <a:lnTo>
                    <a:pt x="0" y="0"/>
                  </a:lnTo>
                  <a:lnTo>
                    <a:pt x="0" y="62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18" name="Google Shape;318;p35"/>
            <p:cNvSpPr/>
            <p:nvPr/>
          </p:nvSpPr>
          <p:spPr>
            <a:xfrm>
              <a:off x="1996" y="2072"/>
              <a:ext cx="1596" cy="510"/>
            </a:xfrm>
            <a:custGeom>
              <a:rect b="b" l="l" r="r" t="t"/>
              <a:pathLst>
                <a:path extrusionOk="0" h="959" w="1532">
                  <a:moveTo>
                    <a:pt x="0" y="479"/>
                  </a:moveTo>
                  <a:lnTo>
                    <a:pt x="766" y="0"/>
                  </a:lnTo>
                  <a:lnTo>
                    <a:pt x="1531" y="479"/>
                  </a:lnTo>
                  <a:lnTo>
                    <a:pt x="766" y="958"/>
                  </a:lnTo>
                  <a:lnTo>
                    <a:pt x="0" y="479"/>
                  </a:lnTo>
                </a:path>
              </a:pathLst>
            </a:custGeom>
            <a:no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19" name="Google Shape;319;p35"/>
            <p:cNvSpPr/>
            <p:nvPr/>
          </p:nvSpPr>
          <p:spPr>
            <a:xfrm>
              <a:off x="2794" y="1850"/>
              <a:ext cx="0" cy="236"/>
            </a:xfrm>
            <a:custGeom>
              <a:rect b="b" l="l" r="r" t="t"/>
              <a:pathLst>
                <a:path extrusionOk="0" h="445" w="1">
                  <a:moveTo>
                    <a:pt x="0" y="0"/>
                  </a:moveTo>
                  <a:lnTo>
                    <a:pt x="0" y="44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20" name="Google Shape;320;p35"/>
            <p:cNvSpPr/>
            <p:nvPr/>
          </p:nvSpPr>
          <p:spPr>
            <a:xfrm>
              <a:off x="2794" y="1219"/>
              <a:ext cx="0" cy="235"/>
            </a:xfrm>
            <a:custGeom>
              <a:rect b="b" l="l" r="r" t="t"/>
              <a:pathLst>
                <a:path extrusionOk="0" h="445" w="1">
                  <a:moveTo>
                    <a:pt x="0" y="0"/>
                  </a:moveTo>
                  <a:lnTo>
                    <a:pt x="0" y="444"/>
                  </a:lnTo>
                </a:path>
              </a:pathLst>
            </a:custGeom>
            <a:noFill/>
            <a:ln cap="rnd" cmpd="sng" w="12700">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21" name="Google Shape;321;p35"/>
            <p:cNvSpPr/>
            <p:nvPr/>
          </p:nvSpPr>
          <p:spPr>
            <a:xfrm>
              <a:off x="2472" y="1078"/>
              <a:ext cx="630" cy="281"/>
            </a:xfrm>
            <a:custGeom>
              <a:rect b="b" l="l" r="r" t="t"/>
              <a:pathLst>
                <a:path extrusionOk="0" h="398" w="1054">
                  <a:moveTo>
                    <a:pt x="198" y="397"/>
                  </a:moveTo>
                  <a:lnTo>
                    <a:pt x="855" y="397"/>
                  </a:lnTo>
                  <a:lnTo>
                    <a:pt x="884" y="395"/>
                  </a:lnTo>
                  <a:lnTo>
                    <a:pt x="914" y="388"/>
                  </a:lnTo>
                  <a:lnTo>
                    <a:pt x="941" y="376"/>
                  </a:lnTo>
                  <a:lnTo>
                    <a:pt x="967" y="362"/>
                  </a:lnTo>
                  <a:lnTo>
                    <a:pt x="990" y="343"/>
                  </a:lnTo>
                  <a:lnTo>
                    <a:pt x="1010" y="321"/>
                  </a:lnTo>
                  <a:lnTo>
                    <a:pt x="1027" y="297"/>
                  </a:lnTo>
                  <a:lnTo>
                    <a:pt x="1039" y="270"/>
                  </a:lnTo>
                  <a:lnTo>
                    <a:pt x="1048" y="242"/>
                  </a:lnTo>
                  <a:lnTo>
                    <a:pt x="1053" y="213"/>
                  </a:lnTo>
                  <a:lnTo>
                    <a:pt x="1053" y="184"/>
                  </a:lnTo>
                  <a:lnTo>
                    <a:pt x="1048" y="155"/>
                  </a:lnTo>
                  <a:lnTo>
                    <a:pt x="1039" y="127"/>
                  </a:lnTo>
                  <a:lnTo>
                    <a:pt x="1027" y="100"/>
                  </a:lnTo>
                  <a:lnTo>
                    <a:pt x="1010" y="76"/>
                  </a:lnTo>
                  <a:lnTo>
                    <a:pt x="990" y="54"/>
                  </a:lnTo>
                  <a:lnTo>
                    <a:pt x="967" y="35"/>
                  </a:lnTo>
                  <a:lnTo>
                    <a:pt x="941" y="21"/>
                  </a:lnTo>
                  <a:lnTo>
                    <a:pt x="914" y="9"/>
                  </a:lnTo>
                  <a:lnTo>
                    <a:pt x="884" y="2"/>
                  </a:lnTo>
                  <a:lnTo>
                    <a:pt x="855" y="0"/>
                  </a:lnTo>
                  <a:lnTo>
                    <a:pt x="198" y="0"/>
                  </a:lnTo>
                  <a:lnTo>
                    <a:pt x="167" y="2"/>
                  </a:lnTo>
                  <a:lnTo>
                    <a:pt x="138" y="9"/>
                  </a:lnTo>
                  <a:lnTo>
                    <a:pt x="112" y="21"/>
                  </a:lnTo>
                  <a:lnTo>
                    <a:pt x="86" y="35"/>
                  </a:lnTo>
                  <a:lnTo>
                    <a:pt x="63" y="54"/>
                  </a:lnTo>
                  <a:lnTo>
                    <a:pt x="43" y="76"/>
                  </a:lnTo>
                  <a:lnTo>
                    <a:pt x="26" y="100"/>
                  </a:lnTo>
                  <a:lnTo>
                    <a:pt x="14" y="127"/>
                  </a:lnTo>
                  <a:lnTo>
                    <a:pt x="5" y="155"/>
                  </a:lnTo>
                  <a:lnTo>
                    <a:pt x="0" y="184"/>
                  </a:lnTo>
                  <a:lnTo>
                    <a:pt x="0" y="213"/>
                  </a:lnTo>
                  <a:lnTo>
                    <a:pt x="5" y="242"/>
                  </a:lnTo>
                  <a:lnTo>
                    <a:pt x="14" y="270"/>
                  </a:lnTo>
                  <a:lnTo>
                    <a:pt x="26" y="297"/>
                  </a:lnTo>
                  <a:lnTo>
                    <a:pt x="43" y="321"/>
                  </a:lnTo>
                  <a:lnTo>
                    <a:pt x="63" y="343"/>
                  </a:lnTo>
                  <a:lnTo>
                    <a:pt x="86" y="362"/>
                  </a:lnTo>
                  <a:lnTo>
                    <a:pt x="112" y="376"/>
                  </a:lnTo>
                  <a:lnTo>
                    <a:pt x="138" y="388"/>
                  </a:lnTo>
                  <a:lnTo>
                    <a:pt x="167" y="395"/>
                  </a:lnTo>
                  <a:lnTo>
                    <a:pt x="198" y="397"/>
                  </a:lnTo>
                </a:path>
              </a:pathLst>
            </a:custGeom>
            <a:solidFill>
              <a:schemeClr val="lt1"/>
            </a:solidFill>
            <a:ln cap="rnd"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22" name="Google Shape;322;p35"/>
            <p:cNvSpPr/>
            <p:nvPr/>
          </p:nvSpPr>
          <p:spPr>
            <a:xfrm>
              <a:off x="2472" y="1104"/>
              <a:ext cx="600" cy="300"/>
            </a:xfrm>
            <a:prstGeom prst="rect">
              <a:avLst/>
            </a:prstGeom>
            <a:solidFill>
              <a:schemeClr val="lt1"/>
            </a:solidFill>
            <a:ln>
              <a:noFill/>
            </a:ln>
          </p:spPr>
          <p:txBody>
            <a:bodyPr anchorCtr="0" anchor="t" bIns="50800" lIns="101600" spcFirstLastPara="1" rIns="101600" wrap="square" tIns="50800">
              <a:noAutofit/>
            </a:bodyPr>
            <a:lstStyle/>
            <a:p>
              <a:pPr indent="0" lvl="0" marL="0" marR="0" rtl="0" algn="l">
                <a:spcBef>
                  <a:spcPts val="0"/>
                </a:spcBef>
                <a:spcAft>
                  <a:spcPts val="0"/>
                </a:spcAft>
                <a:buClr>
                  <a:schemeClr val="dk1"/>
                </a:buClr>
                <a:buSzPts val="1200"/>
                <a:buFont typeface="Noto Sans Symbols"/>
                <a:buNone/>
              </a:pPr>
              <a:r>
                <a:rPr b="1" lang="en-GB" sz="1200">
                  <a:solidFill>
                    <a:schemeClr val="dk1"/>
                  </a:solidFill>
                  <a:latin typeface="Arial"/>
                  <a:ea typeface="Arial"/>
                  <a:cs typeface="Arial"/>
                  <a:sym typeface="Arial"/>
                </a:rPr>
                <a:t>Begin</a:t>
              </a:r>
              <a:endParaRPr sz="1800">
                <a:solidFill>
                  <a:schemeClr val="dk1"/>
                </a:solidFill>
                <a:latin typeface="Calibri"/>
                <a:ea typeface="Calibri"/>
                <a:cs typeface="Calibri"/>
                <a:sym typeface="Calibri"/>
              </a:endParaRPr>
            </a:p>
          </p:txBody>
        </p:sp>
        <p:sp>
          <p:nvSpPr>
            <p:cNvPr id="323" name="Google Shape;323;p35"/>
            <p:cNvSpPr/>
            <p:nvPr/>
          </p:nvSpPr>
          <p:spPr>
            <a:xfrm>
              <a:off x="1935" y="1449"/>
              <a:ext cx="1715" cy="419"/>
            </a:xfrm>
            <a:prstGeom prst="parallelogram">
              <a:avLst>
                <a:gd fmla="val 102270" name="adj"/>
              </a:avLst>
            </a:prstGeom>
            <a:solidFill>
              <a:schemeClr val="lt1"/>
            </a:solidFill>
            <a:ln cap="flat" cmpd="sng" w="12700">
              <a:solidFill>
                <a:schemeClr val="dk1"/>
              </a:solidFill>
              <a:prstDash val="solid"/>
              <a:miter lim="800000"/>
              <a:headEnd len="sm" w="sm" type="none"/>
              <a:tailEnd len="sm" w="sm" type="none"/>
            </a:ln>
          </p:spPr>
          <p:txBody>
            <a:bodyPr anchorCtr="0" anchor="ctr" bIns="74600" lIns="146050" spcFirstLastPara="1" rIns="146050" wrap="square" tIns="74600">
              <a:noAutofit/>
            </a:bodyPr>
            <a:lstStyle/>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Read age</a:t>
              </a:r>
              <a:endParaRPr sz="1800">
                <a:solidFill>
                  <a:schemeClr val="dk1"/>
                </a:solidFill>
                <a:latin typeface="Calibri"/>
                <a:ea typeface="Calibri"/>
                <a:cs typeface="Calibri"/>
                <a:sym typeface="Calibri"/>
              </a:endParaRPr>
            </a:p>
          </p:txBody>
        </p:sp>
        <p:sp>
          <p:nvSpPr>
            <p:cNvPr id="324" name="Google Shape;324;p35"/>
            <p:cNvSpPr/>
            <p:nvPr/>
          </p:nvSpPr>
          <p:spPr>
            <a:xfrm>
              <a:off x="2633" y="3431"/>
              <a:ext cx="540" cy="270"/>
            </a:xfrm>
            <a:prstGeom prst="rect">
              <a:avLst/>
            </a:prstGeom>
            <a:noFill/>
            <a:ln>
              <a:noFill/>
            </a:ln>
          </p:spPr>
          <p:txBody>
            <a:bodyPr anchorCtr="0" anchor="t" bIns="50800" lIns="101600" spcFirstLastPara="1" rIns="101600" wrap="square" tIns="50800">
              <a:noAutofit/>
            </a:bodyPr>
            <a:lstStyle/>
            <a:p>
              <a:pPr indent="0" lvl="0" marL="0" marR="0" rtl="0" algn="l">
                <a:spcBef>
                  <a:spcPts val="0"/>
                </a:spcBef>
                <a:spcAft>
                  <a:spcPts val="0"/>
                </a:spcAft>
                <a:buClr>
                  <a:schemeClr val="dk1"/>
                </a:buClr>
                <a:buSzPts val="1200"/>
                <a:buFont typeface="Noto Sans Symbols"/>
                <a:buNone/>
              </a:pPr>
              <a:r>
                <a:rPr b="1" lang="en-GB" sz="1200">
                  <a:solidFill>
                    <a:schemeClr val="dk1"/>
                  </a:solidFill>
                  <a:latin typeface="Arial"/>
                  <a:ea typeface="Arial"/>
                  <a:cs typeface="Arial"/>
                  <a:sym typeface="Arial"/>
                </a:rPr>
                <a:t>End</a:t>
              </a:r>
              <a:endParaRPr b="1" sz="1200">
                <a:solidFill>
                  <a:schemeClr val="dk1"/>
                </a:solidFill>
                <a:latin typeface="Arial"/>
                <a:ea typeface="Arial"/>
                <a:cs typeface="Arial"/>
                <a:sym typeface="Arial"/>
              </a:endParaRPr>
            </a:p>
          </p:txBody>
        </p:sp>
        <p:sp>
          <p:nvSpPr>
            <p:cNvPr id="325" name="Google Shape;325;p35"/>
            <p:cNvSpPr/>
            <p:nvPr/>
          </p:nvSpPr>
          <p:spPr>
            <a:xfrm>
              <a:off x="2448" y="2208"/>
              <a:ext cx="900" cy="300"/>
            </a:xfrm>
            <a:prstGeom prst="rect">
              <a:avLst/>
            </a:prstGeom>
            <a:noFill/>
            <a:ln>
              <a:noFill/>
            </a:ln>
          </p:spPr>
          <p:txBody>
            <a:bodyPr anchorCtr="0" anchor="t" bIns="50800" lIns="101600" spcFirstLastPara="1" rIns="101600" wrap="square" tIns="50800">
              <a:noAutofit/>
            </a:bodyPr>
            <a:lstStyle/>
            <a:p>
              <a:pPr indent="0" lvl="0" marL="0" marR="0" rtl="0" algn="l">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Age &gt; 55?</a:t>
              </a:r>
              <a:endParaRPr sz="1800">
                <a:solidFill>
                  <a:schemeClr val="dk1"/>
                </a:solidFill>
                <a:latin typeface="Calibri"/>
                <a:ea typeface="Calibri"/>
                <a:cs typeface="Calibri"/>
                <a:sym typeface="Calibri"/>
              </a:endParaRPr>
            </a:p>
          </p:txBody>
        </p:sp>
        <p:sp>
          <p:nvSpPr>
            <p:cNvPr id="326" name="Google Shape;326;p35"/>
            <p:cNvSpPr/>
            <p:nvPr/>
          </p:nvSpPr>
          <p:spPr>
            <a:xfrm>
              <a:off x="2652" y="3156"/>
              <a:ext cx="287" cy="185"/>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sp>
          <p:nvSpPr>
            <p:cNvPr id="327" name="Google Shape;327;p35"/>
            <p:cNvSpPr/>
            <p:nvPr/>
          </p:nvSpPr>
          <p:spPr>
            <a:xfrm>
              <a:off x="3598" y="2137"/>
              <a:ext cx="296" cy="198"/>
            </a:xfrm>
            <a:prstGeom prst="rect">
              <a:avLst/>
            </a:prstGeom>
            <a:noFill/>
            <a:ln>
              <a:noFill/>
            </a:ln>
          </p:spPr>
          <p:txBody>
            <a:bodyPr anchorCtr="0" anchor="t" bIns="50800" lIns="101600" spcFirstLastPara="1" rIns="101600" wrap="square" tIns="50800">
              <a:noAutofit/>
            </a:bodyPr>
            <a:lstStyle/>
            <a:p>
              <a:pPr indent="0" lvl="0" marL="0" marR="0" rtl="0" algn="l">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NO</a:t>
              </a:r>
              <a:endParaRPr sz="1800">
                <a:solidFill>
                  <a:schemeClr val="dk1"/>
                </a:solidFill>
                <a:latin typeface="Calibri"/>
                <a:ea typeface="Calibri"/>
                <a:cs typeface="Calibri"/>
                <a:sym typeface="Calibri"/>
              </a:endParaRPr>
            </a:p>
          </p:txBody>
        </p:sp>
        <p:sp>
          <p:nvSpPr>
            <p:cNvPr id="328" name="Google Shape;328;p35"/>
            <p:cNvSpPr/>
            <p:nvPr/>
          </p:nvSpPr>
          <p:spPr>
            <a:xfrm>
              <a:off x="1561" y="2128"/>
              <a:ext cx="600" cy="300"/>
            </a:xfrm>
            <a:prstGeom prst="rect">
              <a:avLst/>
            </a:prstGeom>
            <a:noFill/>
            <a:ln>
              <a:noFill/>
            </a:ln>
          </p:spPr>
          <p:txBody>
            <a:bodyPr anchorCtr="0" anchor="t" bIns="50800" lIns="101600" spcFirstLastPara="1" rIns="101600" wrap="square" tIns="50800">
              <a:noAutofit/>
            </a:bodyPr>
            <a:lstStyle/>
            <a:p>
              <a:pPr indent="0" lvl="0" marL="0" marR="0" rtl="0" algn="l">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YES</a:t>
              </a:r>
              <a:endParaRPr sz="1800">
                <a:solidFill>
                  <a:schemeClr val="dk1"/>
                </a:solidFill>
                <a:latin typeface="Calibri"/>
                <a:ea typeface="Calibri"/>
                <a:cs typeface="Calibri"/>
                <a:sym typeface="Calibri"/>
              </a:endParaRPr>
            </a:p>
          </p:txBody>
        </p:sp>
        <p:sp>
          <p:nvSpPr>
            <p:cNvPr id="329" name="Google Shape;329;p35"/>
            <p:cNvSpPr/>
            <p:nvPr/>
          </p:nvSpPr>
          <p:spPr>
            <a:xfrm>
              <a:off x="768" y="2688"/>
              <a:ext cx="1715" cy="419"/>
            </a:xfrm>
            <a:prstGeom prst="parallelogram">
              <a:avLst>
                <a:gd fmla="val 102270" name="adj"/>
              </a:avLst>
            </a:prstGeom>
            <a:solidFill>
              <a:schemeClr val="lt1"/>
            </a:solidFill>
            <a:ln cap="flat" cmpd="sng" w="12700">
              <a:solidFill>
                <a:schemeClr val="dk1"/>
              </a:solidFill>
              <a:prstDash val="solid"/>
              <a:miter lim="800000"/>
              <a:headEnd len="sm" w="sm" type="none"/>
              <a:tailEnd len="sm" w="sm" type="none"/>
            </a:ln>
          </p:spPr>
          <p:txBody>
            <a:bodyPr anchorCtr="0" anchor="ctr" bIns="74600" lIns="146050" spcFirstLastPara="1" rIns="146050" wrap="square" tIns="74600">
              <a:noAutofit/>
            </a:bodyPr>
            <a:lstStyle/>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print “Pension”</a:t>
              </a:r>
              <a:endParaRPr sz="1800">
                <a:solidFill>
                  <a:schemeClr val="dk1"/>
                </a:solidFill>
                <a:latin typeface="Calibri"/>
                <a:ea typeface="Calibri"/>
                <a:cs typeface="Calibri"/>
                <a:sym typeface="Calibri"/>
              </a:endParaRPr>
            </a:p>
          </p:txBody>
        </p:sp>
        <p:sp>
          <p:nvSpPr>
            <p:cNvPr id="330" name="Google Shape;330;p35"/>
            <p:cNvSpPr/>
            <p:nvPr/>
          </p:nvSpPr>
          <p:spPr>
            <a:xfrm>
              <a:off x="3024" y="2640"/>
              <a:ext cx="1715" cy="419"/>
            </a:xfrm>
            <a:prstGeom prst="parallelogram">
              <a:avLst>
                <a:gd fmla="val 102270" name="adj"/>
              </a:avLst>
            </a:prstGeom>
            <a:solidFill>
              <a:schemeClr val="lt1"/>
            </a:solidFill>
            <a:ln cap="flat" cmpd="sng" w="12700">
              <a:solidFill>
                <a:schemeClr val="dk1"/>
              </a:solidFill>
              <a:prstDash val="solid"/>
              <a:miter lim="800000"/>
              <a:headEnd len="sm" w="sm" type="none"/>
              <a:tailEnd len="sm" w="sm" type="none"/>
            </a:ln>
          </p:spPr>
          <p:txBody>
            <a:bodyPr anchorCtr="0" anchor="ctr" bIns="74600" lIns="146050" spcFirstLastPara="1" rIns="146050" wrap="square" tIns="74600">
              <a:noAutofit/>
            </a:bodyPr>
            <a:lstStyle/>
            <a:p>
              <a:pPr indent="0" lvl="0" marL="0" marR="0" rtl="0" algn="ctr">
                <a:spcBef>
                  <a:spcPts val="0"/>
                </a:spcBef>
                <a:spcAft>
                  <a:spcPts val="0"/>
                </a:spcAft>
                <a:buClr>
                  <a:schemeClr val="dk1"/>
                </a:buClr>
                <a:buSzPts val="1400"/>
                <a:buFont typeface="Noto Sans Symbols"/>
                <a:buNone/>
              </a:pPr>
              <a:r>
                <a:rPr lang="en-GB" sz="1400">
                  <a:solidFill>
                    <a:schemeClr val="dk1"/>
                  </a:solidFill>
                  <a:latin typeface="Arial"/>
                  <a:ea typeface="Arial"/>
                  <a:cs typeface="Arial"/>
                  <a:sym typeface="Arial"/>
                </a:rPr>
                <a:t>print “Non-pension”</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txBox="1"/>
          <p:nvPr>
            <p:ph type="title"/>
          </p:nvPr>
        </p:nvSpPr>
        <p:spPr>
          <a:xfrm>
            <a:off x="1808703" y="681038"/>
            <a:ext cx="9575240" cy="896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Flow of Control</a:t>
            </a:r>
            <a:endParaRPr/>
          </a:p>
        </p:txBody>
      </p:sp>
      <p:sp>
        <p:nvSpPr>
          <p:cNvPr id="336" name="Google Shape;336;p36"/>
          <p:cNvSpPr txBox="1"/>
          <p:nvPr>
            <p:ph idx="2" type="body"/>
          </p:nvPr>
        </p:nvSpPr>
        <p:spPr>
          <a:xfrm>
            <a:off x="103081" y="681039"/>
            <a:ext cx="1705621" cy="5187198"/>
          </a:xfrm>
          <a:prstGeom prst="rect">
            <a:avLst/>
          </a:prstGeom>
          <a:noFill/>
          <a:ln>
            <a:noFill/>
          </a:ln>
        </p:spPr>
        <p:txBody>
          <a:bodyPr anchorCtr="0" anchor="t" bIns="45700" lIns="91425" spcFirstLastPara="1" rIns="91425" wrap="square" tIns="45700">
            <a:normAutofit fontScale="625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rPr lang="en-GB" u="sng"/>
              <a:t>Navigation</a:t>
            </a:r>
            <a:endParaRPr/>
          </a:p>
          <a:p>
            <a:pPr indent="0" lvl="0" marL="0" rtl="0" algn="ctr">
              <a:lnSpc>
                <a:spcPct val="90000"/>
              </a:lnSpc>
              <a:spcBef>
                <a:spcPts val="1000"/>
              </a:spcBef>
              <a:spcAft>
                <a:spcPts val="0"/>
              </a:spcAft>
              <a:buClr>
                <a:schemeClr val="dk1"/>
              </a:buClr>
              <a:buSzPct val="100000"/>
              <a:buNone/>
            </a:pPr>
            <a:r>
              <a:rPr b="0" lang="en-GB" sz="1600"/>
              <a:t>Agenda</a:t>
            </a:r>
            <a:endParaRPr/>
          </a:p>
          <a:p>
            <a:pPr indent="0" lvl="0" marL="0" rtl="0" algn="ctr">
              <a:lnSpc>
                <a:spcPct val="90000"/>
              </a:lnSpc>
              <a:spcBef>
                <a:spcPts val="1000"/>
              </a:spcBef>
              <a:spcAft>
                <a:spcPts val="0"/>
              </a:spcAft>
              <a:buClr>
                <a:schemeClr val="dk1"/>
              </a:buClr>
              <a:buSzPct val="100000"/>
              <a:buNone/>
            </a:pPr>
            <a:r>
              <a:rPr b="0" lang="en-GB" sz="1600"/>
              <a:t>How to start</a:t>
            </a:r>
            <a:endParaRPr/>
          </a:p>
          <a:p>
            <a:pPr indent="0" lvl="0" marL="0" rtl="0" algn="ctr">
              <a:lnSpc>
                <a:spcPct val="90000"/>
              </a:lnSpc>
              <a:spcBef>
                <a:spcPts val="1000"/>
              </a:spcBef>
              <a:spcAft>
                <a:spcPts val="0"/>
              </a:spcAft>
              <a:buClr>
                <a:schemeClr val="dk1"/>
              </a:buClr>
              <a:buSzPct val="100000"/>
              <a:buNone/>
            </a:pPr>
            <a:r>
              <a:rPr b="0" lang="en-GB" sz="1600"/>
              <a:t>Scenario based problem</a:t>
            </a:r>
            <a:endParaRPr/>
          </a:p>
          <a:p>
            <a:pPr indent="0" lvl="0" marL="0" rtl="0" algn="ctr">
              <a:lnSpc>
                <a:spcPct val="90000"/>
              </a:lnSpc>
              <a:spcBef>
                <a:spcPts val="1000"/>
              </a:spcBef>
              <a:spcAft>
                <a:spcPts val="0"/>
              </a:spcAft>
              <a:buClr>
                <a:schemeClr val="dk1"/>
              </a:buClr>
              <a:buSzPct val="100000"/>
              <a:buNone/>
            </a:pPr>
            <a:r>
              <a:rPr b="0" lang="en-GB" sz="1600"/>
              <a:t>A methodological approach</a:t>
            </a:r>
            <a:endParaRPr b="0" sz="1600"/>
          </a:p>
          <a:p>
            <a:pPr indent="0" lvl="0" marL="0" rtl="0" algn="ctr">
              <a:lnSpc>
                <a:spcPct val="90000"/>
              </a:lnSpc>
              <a:spcBef>
                <a:spcPts val="1000"/>
              </a:spcBef>
              <a:spcAft>
                <a:spcPts val="0"/>
              </a:spcAft>
              <a:buClr>
                <a:schemeClr val="dk1"/>
              </a:buClr>
              <a:buSzPct val="100000"/>
              <a:buNone/>
            </a:pPr>
            <a:r>
              <a:rPr b="0" lang="en-GB" sz="1600"/>
              <a:t>Algorithms</a:t>
            </a:r>
            <a:endParaRPr/>
          </a:p>
          <a:p>
            <a:pPr indent="0" lvl="0" marL="0" rtl="0" algn="ctr">
              <a:lnSpc>
                <a:spcPct val="90000"/>
              </a:lnSpc>
              <a:spcBef>
                <a:spcPts val="1000"/>
              </a:spcBef>
              <a:spcAft>
                <a:spcPts val="0"/>
              </a:spcAft>
              <a:buClr>
                <a:schemeClr val="dk1"/>
              </a:buClr>
              <a:buSzPct val="100000"/>
              <a:buNone/>
            </a:pPr>
            <a:r>
              <a:rPr b="0" lang="en-GB" sz="1600"/>
              <a:t>Characteristics of Good Algorithms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600"/>
              <a:t>Pseudocode</a:t>
            </a:r>
            <a:endParaRPr/>
          </a:p>
          <a:p>
            <a:pPr indent="0" lvl="0" marL="0" rtl="0" algn="ctr">
              <a:lnSpc>
                <a:spcPct val="90000"/>
              </a:lnSpc>
              <a:spcBef>
                <a:spcPts val="1000"/>
              </a:spcBef>
              <a:spcAft>
                <a:spcPts val="0"/>
              </a:spcAft>
              <a:buClr>
                <a:schemeClr val="dk1"/>
              </a:buClr>
              <a:buSzPct val="100000"/>
              <a:buNone/>
            </a:pPr>
            <a:r>
              <a:rPr b="0" lang="en-GB" sz="1600"/>
              <a:t>Pseudocode Keywords</a:t>
            </a:r>
            <a:endParaRPr/>
          </a:p>
          <a:p>
            <a:pPr indent="0" lvl="0" marL="0" rtl="0" algn="ctr">
              <a:lnSpc>
                <a:spcPct val="90000"/>
              </a:lnSpc>
              <a:spcBef>
                <a:spcPts val="1000"/>
              </a:spcBef>
              <a:spcAft>
                <a:spcPts val="0"/>
              </a:spcAft>
              <a:buClr>
                <a:schemeClr val="dk1"/>
              </a:buClr>
              <a:buSzPct val="100000"/>
              <a:buNone/>
            </a:pPr>
            <a:r>
              <a:rPr b="0" lang="en-GB" sz="1600"/>
              <a:t>Exercise and Example</a:t>
            </a:r>
            <a:endParaRPr/>
          </a:p>
          <a:p>
            <a:pPr indent="0" lvl="0" marL="0" rtl="0" algn="ctr">
              <a:lnSpc>
                <a:spcPct val="90000"/>
              </a:lnSpc>
              <a:spcBef>
                <a:spcPts val="1000"/>
              </a:spcBef>
              <a:spcAft>
                <a:spcPts val="0"/>
              </a:spcAft>
              <a:buClr>
                <a:schemeClr val="dk1"/>
              </a:buClr>
              <a:buSzPct val="100000"/>
              <a:buNone/>
            </a:pPr>
            <a:r>
              <a:rPr b="0" lang="en-GB" sz="1600"/>
              <a:t>Flowchart Basic Symbols</a:t>
            </a:r>
            <a:endParaRPr/>
          </a:p>
          <a:p>
            <a:pPr indent="0" lvl="0" marL="0" rtl="0" algn="ctr">
              <a:lnSpc>
                <a:spcPct val="90000"/>
              </a:lnSpc>
              <a:spcBef>
                <a:spcPts val="1000"/>
              </a:spcBef>
              <a:spcAft>
                <a:spcPts val="0"/>
              </a:spcAft>
              <a:buClr>
                <a:schemeClr val="dk1"/>
              </a:buClr>
              <a:buSzPct val="100000"/>
              <a:buNone/>
            </a:pPr>
            <a:r>
              <a:rPr b="0" lang="en-GB" sz="1600"/>
              <a:t>Flowchart Advanced Symbols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500"/>
              <a:t>Flow of Control</a:t>
            </a:r>
            <a:endParaRPr/>
          </a:p>
          <a:p>
            <a:pPr indent="0" lvl="0" marL="0" rtl="0" algn="ctr">
              <a:lnSpc>
                <a:spcPct val="90000"/>
              </a:lnSpc>
              <a:spcBef>
                <a:spcPts val="1000"/>
              </a:spcBef>
              <a:spcAft>
                <a:spcPts val="0"/>
              </a:spcAft>
              <a:buClr>
                <a:schemeClr val="dk1"/>
              </a:buClr>
              <a:buSzPct val="100000"/>
              <a:buNone/>
            </a:pPr>
            <a:r>
              <a:rPr b="0" lang="en-GB" sz="1500"/>
              <a:t>Flow of Control –Sequential</a:t>
            </a:r>
            <a:endParaRPr/>
          </a:p>
          <a:p>
            <a:pPr indent="0" lvl="0" marL="0" rtl="0" algn="ctr">
              <a:lnSpc>
                <a:spcPct val="90000"/>
              </a:lnSpc>
              <a:spcBef>
                <a:spcPts val="1000"/>
              </a:spcBef>
              <a:spcAft>
                <a:spcPts val="0"/>
              </a:spcAft>
              <a:buClr>
                <a:schemeClr val="dk1"/>
              </a:buClr>
              <a:buSzPct val="100000"/>
              <a:buNone/>
            </a:pPr>
            <a:r>
              <a:rPr b="0" lang="en-GB" sz="1500"/>
              <a:t>Flow of Control –Selection</a:t>
            </a:r>
            <a:endParaRPr/>
          </a:p>
          <a:p>
            <a:pPr indent="0" lvl="0" marL="0" rtl="0" algn="ctr">
              <a:lnSpc>
                <a:spcPct val="90000"/>
              </a:lnSpc>
              <a:spcBef>
                <a:spcPts val="1000"/>
              </a:spcBef>
              <a:spcAft>
                <a:spcPts val="0"/>
              </a:spcAft>
              <a:buClr>
                <a:schemeClr val="dk1"/>
              </a:buClr>
              <a:buSzPct val="100000"/>
              <a:buNone/>
            </a:pPr>
            <a:r>
              <a:rPr lang="en-GB" sz="1500"/>
              <a:t>Flow of Control -Repetative</a:t>
            </a:r>
            <a:endParaRPr sz="1500"/>
          </a:p>
          <a:p>
            <a:pPr indent="0" lvl="0" marL="0" rtl="0" algn="ctr">
              <a:lnSpc>
                <a:spcPct val="90000"/>
              </a:lnSpc>
              <a:spcBef>
                <a:spcPts val="1000"/>
              </a:spcBef>
              <a:spcAft>
                <a:spcPts val="0"/>
              </a:spcAft>
              <a:buClr>
                <a:schemeClr val="dk1"/>
              </a:buClr>
              <a:buSzPct val="100000"/>
              <a:buNone/>
            </a:pPr>
            <a:r>
              <a:t/>
            </a:r>
            <a:endParaRPr/>
          </a:p>
        </p:txBody>
      </p:sp>
      <p:grpSp>
        <p:nvGrpSpPr>
          <p:cNvPr id="337" name="Google Shape;337;p36"/>
          <p:cNvGrpSpPr/>
          <p:nvPr/>
        </p:nvGrpSpPr>
        <p:grpSpPr>
          <a:xfrm>
            <a:off x="1810649" y="1825626"/>
            <a:ext cx="4874492" cy="2846128"/>
            <a:chOff x="1124" y="1440"/>
            <a:chExt cx="3552" cy="2064"/>
          </a:xfrm>
        </p:grpSpPr>
        <p:grpSp>
          <p:nvGrpSpPr>
            <p:cNvPr id="338" name="Google Shape;338;p36"/>
            <p:cNvGrpSpPr/>
            <p:nvPr/>
          </p:nvGrpSpPr>
          <p:grpSpPr>
            <a:xfrm>
              <a:off x="1124" y="1440"/>
              <a:ext cx="3552" cy="2064"/>
              <a:chOff x="1124" y="1440"/>
              <a:chExt cx="3552" cy="2064"/>
            </a:xfrm>
          </p:grpSpPr>
          <p:sp>
            <p:nvSpPr>
              <p:cNvPr id="339" name="Google Shape;339;p36"/>
              <p:cNvSpPr/>
              <p:nvPr/>
            </p:nvSpPr>
            <p:spPr>
              <a:xfrm>
                <a:off x="1124" y="1440"/>
                <a:ext cx="3552" cy="206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Noto Sans Symbols"/>
                  <a:buNone/>
                </a:pPr>
                <a:r>
                  <a:t/>
                </a:r>
                <a:endParaRPr sz="1600">
                  <a:solidFill>
                    <a:schemeClr val="dk1"/>
                  </a:solidFill>
                  <a:latin typeface="Arial"/>
                  <a:ea typeface="Arial"/>
                  <a:cs typeface="Arial"/>
                  <a:sym typeface="Arial"/>
                </a:endParaRPr>
              </a:p>
            </p:txBody>
          </p:sp>
          <p:sp>
            <p:nvSpPr>
              <p:cNvPr id="340" name="Google Shape;340;p36"/>
              <p:cNvSpPr txBox="1"/>
              <p:nvPr/>
            </p:nvSpPr>
            <p:spPr>
              <a:xfrm>
                <a:off x="1584" y="2397"/>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Condition</a:t>
                </a:r>
                <a:endParaRPr sz="1800">
                  <a:solidFill>
                    <a:schemeClr val="dk1"/>
                  </a:solidFill>
                  <a:latin typeface="Calibri"/>
                  <a:ea typeface="Calibri"/>
                  <a:cs typeface="Calibri"/>
                  <a:sym typeface="Calibri"/>
                </a:endParaRPr>
              </a:p>
            </p:txBody>
          </p:sp>
          <p:sp>
            <p:nvSpPr>
              <p:cNvPr id="341" name="Google Shape;341;p36"/>
              <p:cNvSpPr/>
              <p:nvPr/>
            </p:nvSpPr>
            <p:spPr>
              <a:xfrm>
                <a:off x="1440" y="2256"/>
                <a:ext cx="1152" cy="480"/>
              </a:xfrm>
              <a:prstGeom prst="flowChartDecision">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sp>
            <p:nvSpPr>
              <p:cNvPr id="342" name="Google Shape;342;p36"/>
              <p:cNvSpPr/>
              <p:nvPr/>
            </p:nvSpPr>
            <p:spPr>
              <a:xfrm>
                <a:off x="3408" y="2256"/>
                <a:ext cx="1056" cy="528"/>
              </a:xfrm>
              <a:prstGeom prst="flowChartProcess">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sp>
            <p:nvSpPr>
              <p:cNvPr id="343" name="Google Shape;343;p36"/>
              <p:cNvSpPr txBox="1"/>
              <p:nvPr/>
            </p:nvSpPr>
            <p:spPr>
              <a:xfrm>
                <a:off x="3408" y="2304"/>
                <a:ext cx="1152" cy="4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Loop </a:t>
                </a:r>
                <a:endParaRPr sz="18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Statement(s)</a:t>
                </a:r>
                <a:endParaRPr sz="1800">
                  <a:solidFill>
                    <a:schemeClr val="dk1"/>
                  </a:solidFill>
                  <a:latin typeface="Calibri"/>
                  <a:ea typeface="Calibri"/>
                  <a:cs typeface="Calibri"/>
                  <a:sym typeface="Calibri"/>
                </a:endParaRPr>
              </a:p>
            </p:txBody>
          </p:sp>
          <p:cxnSp>
            <p:nvCxnSpPr>
              <p:cNvPr id="344" name="Google Shape;344;p36"/>
              <p:cNvCxnSpPr/>
              <p:nvPr/>
            </p:nvCxnSpPr>
            <p:spPr>
              <a:xfrm>
                <a:off x="2016" y="1872"/>
                <a:ext cx="0" cy="384"/>
              </a:xfrm>
              <a:prstGeom prst="straightConnector1">
                <a:avLst/>
              </a:prstGeom>
              <a:noFill/>
              <a:ln cap="flat" cmpd="sng" w="9525">
                <a:solidFill>
                  <a:schemeClr val="dk1"/>
                </a:solidFill>
                <a:prstDash val="solid"/>
                <a:miter lim="800000"/>
                <a:headEnd len="sm" w="sm" type="none"/>
                <a:tailEnd len="med" w="med" type="triangle"/>
              </a:ln>
            </p:spPr>
          </p:cxnSp>
          <p:sp>
            <p:nvSpPr>
              <p:cNvPr id="345" name="Google Shape;345;p36"/>
              <p:cNvSpPr/>
              <p:nvPr/>
            </p:nvSpPr>
            <p:spPr>
              <a:xfrm flipH="1" rot="10800000">
                <a:off x="1920" y="1728"/>
                <a:ext cx="192" cy="144"/>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cxnSp>
            <p:nvCxnSpPr>
              <p:cNvPr id="346" name="Google Shape;346;p36"/>
              <p:cNvCxnSpPr/>
              <p:nvPr/>
            </p:nvCxnSpPr>
            <p:spPr>
              <a:xfrm>
                <a:off x="2592" y="2496"/>
                <a:ext cx="816" cy="0"/>
              </a:xfrm>
              <a:prstGeom prst="straightConnector1">
                <a:avLst/>
              </a:prstGeom>
              <a:noFill/>
              <a:ln cap="flat" cmpd="sng" w="9525">
                <a:solidFill>
                  <a:schemeClr val="dk1"/>
                </a:solidFill>
                <a:prstDash val="solid"/>
                <a:miter lim="800000"/>
                <a:headEnd len="sm" w="sm" type="none"/>
                <a:tailEnd len="med" w="med" type="triangle"/>
              </a:ln>
            </p:spPr>
          </p:cxnSp>
          <p:cxnSp>
            <p:nvCxnSpPr>
              <p:cNvPr id="347" name="Google Shape;347;p36"/>
              <p:cNvCxnSpPr/>
              <p:nvPr/>
            </p:nvCxnSpPr>
            <p:spPr>
              <a:xfrm rot="10800000">
                <a:off x="3984" y="2064"/>
                <a:ext cx="0" cy="192"/>
              </a:xfrm>
              <a:prstGeom prst="straightConnector1">
                <a:avLst/>
              </a:prstGeom>
              <a:noFill/>
              <a:ln cap="flat" cmpd="sng" w="9525">
                <a:solidFill>
                  <a:schemeClr val="dk1"/>
                </a:solidFill>
                <a:prstDash val="solid"/>
                <a:miter lim="800000"/>
                <a:headEnd len="sm" w="sm" type="none"/>
                <a:tailEnd len="sm" w="sm" type="none"/>
              </a:ln>
            </p:spPr>
          </p:cxnSp>
          <p:cxnSp>
            <p:nvCxnSpPr>
              <p:cNvPr id="348" name="Google Shape;348;p36"/>
              <p:cNvCxnSpPr/>
              <p:nvPr/>
            </p:nvCxnSpPr>
            <p:spPr>
              <a:xfrm rot="10800000">
                <a:off x="2016" y="2064"/>
                <a:ext cx="1968" cy="0"/>
              </a:xfrm>
              <a:prstGeom prst="straightConnector1">
                <a:avLst/>
              </a:prstGeom>
              <a:noFill/>
              <a:ln cap="flat" cmpd="sng" w="9525">
                <a:solidFill>
                  <a:schemeClr val="dk1"/>
                </a:solidFill>
                <a:prstDash val="solid"/>
                <a:miter lim="800000"/>
                <a:headEnd len="sm" w="sm" type="none"/>
                <a:tailEnd len="med" w="med" type="triangle"/>
              </a:ln>
            </p:spPr>
          </p:cxnSp>
          <p:cxnSp>
            <p:nvCxnSpPr>
              <p:cNvPr id="349" name="Google Shape;349;p36"/>
              <p:cNvCxnSpPr/>
              <p:nvPr/>
            </p:nvCxnSpPr>
            <p:spPr>
              <a:xfrm>
                <a:off x="2016" y="2736"/>
                <a:ext cx="0" cy="336"/>
              </a:xfrm>
              <a:prstGeom prst="straightConnector1">
                <a:avLst/>
              </a:prstGeom>
              <a:noFill/>
              <a:ln cap="flat" cmpd="sng" w="9525">
                <a:solidFill>
                  <a:schemeClr val="dk1"/>
                </a:solidFill>
                <a:prstDash val="solid"/>
                <a:miter lim="800000"/>
                <a:headEnd len="sm" w="sm" type="none"/>
                <a:tailEnd len="med" w="med" type="triangle"/>
              </a:ln>
            </p:spPr>
          </p:cxnSp>
          <p:sp>
            <p:nvSpPr>
              <p:cNvPr id="350" name="Google Shape;350;p36"/>
              <p:cNvSpPr/>
              <p:nvPr/>
            </p:nvSpPr>
            <p:spPr>
              <a:xfrm flipH="1" rot="10800000">
                <a:off x="1920" y="3072"/>
                <a:ext cx="192" cy="144"/>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p:txBody>
          </p:sp>
        </p:grpSp>
        <p:sp>
          <p:nvSpPr>
            <p:cNvPr id="351" name="Google Shape;351;p36"/>
            <p:cNvSpPr txBox="1"/>
            <p:nvPr/>
          </p:nvSpPr>
          <p:spPr>
            <a:xfrm>
              <a:off x="2784" y="2256"/>
              <a:ext cx="43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yes</a:t>
              </a:r>
              <a:endParaRPr sz="1800">
                <a:solidFill>
                  <a:schemeClr val="dk1"/>
                </a:solidFill>
                <a:latin typeface="Calibri"/>
                <a:ea typeface="Calibri"/>
                <a:cs typeface="Calibri"/>
                <a:sym typeface="Calibri"/>
              </a:endParaRPr>
            </a:p>
          </p:txBody>
        </p:sp>
        <p:sp>
          <p:nvSpPr>
            <p:cNvPr id="352" name="Google Shape;352;p36"/>
            <p:cNvSpPr txBox="1"/>
            <p:nvPr/>
          </p:nvSpPr>
          <p:spPr>
            <a:xfrm>
              <a:off x="2016" y="2784"/>
              <a:ext cx="432"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Noto Sans Symbols"/>
                <a:buNone/>
              </a:pPr>
              <a:r>
                <a:rPr lang="en-GB" sz="1800">
                  <a:solidFill>
                    <a:schemeClr val="dk1"/>
                  </a:solidFill>
                  <a:latin typeface="Arial"/>
                  <a:ea typeface="Arial"/>
                  <a:cs typeface="Arial"/>
                  <a:sym typeface="Arial"/>
                </a:rPr>
                <a:t>no</a:t>
              </a:r>
              <a:endParaRPr sz="1800">
                <a:solidFill>
                  <a:schemeClr val="dk1"/>
                </a:solidFill>
                <a:latin typeface="Calibri"/>
                <a:ea typeface="Calibri"/>
                <a:cs typeface="Calibri"/>
                <a:sym typeface="Calibri"/>
              </a:endParaRPr>
            </a:p>
          </p:txBody>
        </p:sp>
      </p:grpSp>
      <p:pic>
        <p:nvPicPr>
          <p:cNvPr id="353" name="Google Shape;353;p36"/>
          <p:cNvPicPr preferRelativeResize="0"/>
          <p:nvPr/>
        </p:nvPicPr>
        <p:blipFill rotWithShape="1">
          <a:blip r:embed="rId3">
            <a:alphaModFix/>
          </a:blip>
          <a:srcRect b="0" l="0" r="0" t="0"/>
          <a:stretch/>
        </p:blipFill>
        <p:spPr>
          <a:xfrm>
            <a:off x="6761991" y="1907261"/>
            <a:ext cx="5207829" cy="32133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7"/>
          <p:cNvSpPr txBox="1"/>
          <p:nvPr>
            <p:ph type="title"/>
          </p:nvPr>
        </p:nvSpPr>
        <p:spPr>
          <a:xfrm>
            <a:off x="1808703" y="681038"/>
            <a:ext cx="9222286" cy="4993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b="1" lang="en-GB" sz="2800" u="sng">
                <a:solidFill>
                  <a:srgbClr val="00B050"/>
                </a:solidFill>
              </a:rPr>
              <a:t>Using Algorithm and Flowchart in Coding</a:t>
            </a:r>
            <a:endParaRPr u="sng">
              <a:solidFill>
                <a:srgbClr val="00B050"/>
              </a:solidFill>
            </a:endParaRPr>
          </a:p>
        </p:txBody>
      </p:sp>
      <p:sp>
        <p:nvSpPr>
          <p:cNvPr id="359" name="Google Shape;359;p37"/>
          <p:cNvSpPr txBox="1"/>
          <p:nvPr>
            <p:ph idx="1" type="body"/>
          </p:nvPr>
        </p:nvSpPr>
        <p:spPr>
          <a:xfrm>
            <a:off x="1866891" y="1262430"/>
            <a:ext cx="9696113" cy="474767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GB"/>
              <a:t>Example</a:t>
            </a:r>
            <a:endParaRPr/>
          </a:p>
          <a:p>
            <a:pPr indent="0" lvl="0" marL="0" rtl="0" algn="l">
              <a:lnSpc>
                <a:spcPct val="90000"/>
              </a:lnSpc>
              <a:spcBef>
                <a:spcPts val="1000"/>
              </a:spcBef>
              <a:spcAft>
                <a:spcPts val="0"/>
              </a:spcAft>
              <a:buClr>
                <a:schemeClr val="dk1"/>
              </a:buClr>
              <a:buSzPts val="2400"/>
              <a:buNone/>
            </a:pPr>
            <a:r>
              <a:t/>
            </a:r>
            <a:endParaRPr/>
          </a:p>
        </p:txBody>
      </p:sp>
      <p:sp>
        <p:nvSpPr>
          <p:cNvPr id="360" name="Google Shape;360;p37"/>
          <p:cNvSpPr txBox="1"/>
          <p:nvPr>
            <p:ph idx="2" type="body"/>
          </p:nvPr>
        </p:nvSpPr>
        <p:spPr>
          <a:xfrm>
            <a:off x="103081" y="681039"/>
            <a:ext cx="1705621" cy="541219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rPr lang="en-GB" u="sng"/>
              <a:t>Navigation</a:t>
            </a:r>
            <a:endParaRPr/>
          </a:p>
          <a:p>
            <a:pPr indent="0" lvl="0" marL="0" rtl="0" algn="ctr">
              <a:lnSpc>
                <a:spcPct val="90000"/>
              </a:lnSpc>
              <a:spcBef>
                <a:spcPts val="1000"/>
              </a:spcBef>
              <a:spcAft>
                <a:spcPts val="0"/>
              </a:spcAft>
              <a:buClr>
                <a:schemeClr val="dk1"/>
              </a:buClr>
              <a:buSzPct val="100000"/>
              <a:buNone/>
            </a:pPr>
            <a:r>
              <a:rPr b="0" lang="en-GB" sz="1600"/>
              <a:t>Agenda</a:t>
            </a:r>
            <a:endParaRPr/>
          </a:p>
          <a:p>
            <a:pPr indent="0" lvl="0" marL="0" rtl="0" algn="ctr">
              <a:lnSpc>
                <a:spcPct val="90000"/>
              </a:lnSpc>
              <a:spcBef>
                <a:spcPts val="1000"/>
              </a:spcBef>
              <a:spcAft>
                <a:spcPts val="0"/>
              </a:spcAft>
              <a:buClr>
                <a:schemeClr val="dk1"/>
              </a:buClr>
              <a:buSzPct val="100000"/>
              <a:buNone/>
            </a:pPr>
            <a:r>
              <a:rPr b="0" lang="en-GB" sz="1600"/>
              <a:t>How to start</a:t>
            </a:r>
            <a:endParaRPr/>
          </a:p>
          <a:p>
            <a:pPr indent="0" lvl="0" marL="0" rtl="0" algn="ctr">
              <a:lnSpc>
                <a:spcPct val="90000"/>
              </a:lnSpc>
              <a:spcBef>
                <a:spcPts val="1000"/>
              </a:spcBef>
              <a:spcAft>
                <a:spcPts val="0"/>
              </a:spcAft>
              <a:buClr>
                <a:schemeClr val="dk1"/>
              </a:buClr>
              <a:buSzPct val="100000"/>
              <a:buNone/>
            </a:pPr>
            <a:r>
              <a:rPr b="0" lang="en-GB" sz="1600"/>
              <a:t>Scenario based problem</a:t>
            </a:r>
            <a:endParaRPr/>
          </a:p>
          <a:p>
            <a:pPr indent="0" lvl="0" marL="0" rtl="0" algn="ctr">
              <a:lnSpc>
                <a:spcPct val="90000"/>
              </a:lnSpc>
              <a:spcBef>
                <a:spcPts val="1000"/>
              </a:spcBef>
              <a:spcAft>
                <a:spcPts val="0"/>
              </a:spcAft>
              <a:buClr>
                <a:schemeClr val="dk1"/>
              </a:buClr>
              <a:buSzPct val="100000"/>
              <a:buNone/>
            </a:pPr>
            <a:r>
              <a:rPr b="0" lang="en-GB" sz="1600"/>
              <a:t>A methodological approach</a:t>
            </a:r>
            <a:endParaRPr b="0" sz="1600"/>
          </a:p>
          <a:p>
            <a:pPr indent="0" lvl="0" marL="0" rtl="0" algn="ctr">
              <a:lnSpc>
                <a:spcPct val="90000"/>
              </a:lnSpc>
              <a:spcBef>
                <a:spcPts val="1000"/>
              </a:spcBef>
              <a:spcAft>
                <a:spcPts val="0"/>
              </a:spcAft>
              <a:buClr>
                <a:schemeClr val="dk1"/>
              </a:buClr>
              <a:buSzPct val="100000"/>
              <a:buNone/>
            </a:pPr>
            <a:r>
              <a:rPr b="0" lang="en-GB" sz="1600"/>
              <a:t>Algorithms</a:t>
            </a:r>
            <a:endParaRPr/>
          </a:p>
          <a:p>
            <a:pPr indent="0" lvl="0" marL="0" rtl="0" algn="ctr">
              <a:lnSpc>
                <a:spcPct val="90000"/>
              </a:lnSpc>
              <a:spcBef>
                <a:spcPts val="1000"/>
              </a:spcBef>
              <a:spcAft>
                <a:spcPts val="0"/>
              </a:spcAft>
              <a:buClr>
                <a:schemeClr val="dk1"/>
              </a:buClr>
              <a:buSzPct val="100000"/>
              <a:buNone/>
            </a:pPr>
            <a:r>
              <a:rPr b="0" lang="en-GB" sz="1600"/>
              <a:t>Characteristics of Good Algorithms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600"/>
              <a:t>Pseudocode</a:t>
            </a:r>
            <a:endParaRPr/>
          </a:p>
          <a:p>
            <a:pPr indent="0" lvl="0" marL="0" rtl="0" algn="ctr">
              <a:lnSpc>
                <a:spcPct val="90000"/>
              </a:lnSpc>
              <a:spcBef>
                <a:spcPts val="1000"/>
              </a:spcBef>
              <a:spcAft>
                <a:spcPts val="0"/>
              </a:spcAft>
              <a:buClr>
                <a:schemeClr val="dk1"/>
              </a:buClr>
              <a:buSzPct val="100000"/>
              <a:buNone/>
            </a:pPr>
            <a:r>
              <a:rPr b="0" lang="en-GB" sz="1600"/>
              <a:t>Pseudocode Keywords</a:t>
            </a:r>
            <a:endParaRPr/>
          </a:p>
          <a:p>
            <a:pPr indent="0" lvl="0" marL="0" rtl="0" algn="ctr">
              <a:lnSpc>
                <a:spcPct val="90000"/>
              </a:lnSpc>
              <a:spcBef>
                <a:spcPts val="1000"/>
              </a:spcBef>
              <a:spcAft>
                <a:spcPts val="0"/>
              </a:spcAft>
              <a:buClr>
                <a:schemeClr val="dk1"/>
              </a:buClr>
              <a:buSzPct val="100000"/>
              <a:buNone/>
            </a:pPr>
            <a:r>
              <a:rPr b="0" lang="en-GB" sz="1600"/>
              <a:t>Exercise and Example</a:t>
            </a:r>
            <a:endParaRPr/>
          </a:p>
          <a:p>
            <a:pPr indent="0" lvl="0" marL="0" rtl="0" algn="ctr">
              <a:lnSpc>
                <a:spcPct val="90000"/>
              </a:lnSpc>
              <a:spcBef>
                <a:spcPts val="1000"/>
              </a:spcBef>
              <a:spcAft>
                <a:spcPts val="0"/>
              </a:spcAft>
              <a:buClr>
                <a:schemeClr val="dk1"/>
              </a:buClr>
              <a:buSzPct val="100000"/>
              <a:buNone/>
            </a:pPr>
            <a:r>
              <a:rPr b="0" lang="en-GB" sz="1600"/>
              <a:t>Flowchart Basic Symbols</a:t>
            </a:r>
            <a:endParaRPr/>
          </a:p>
          <a:p>
            <a:pPr indent="0" lvl="0" marL="0" rtl="0" algn="ctr">
              <a:lnSpc>
                <a:spcPct val="90000"/>
              </a:lnSpc>
              <a:spcBef>
                <a:spcPts val="1000"/>
              </a:spcBef>
              <a:spcAft>
                <a:spcPts val="0"/>
              </a:spcAft>
              <a:buClr>
                <a:schemeClr val="dk1"/>
              </a:buClr>
              <a:buSzPct val="100000"/>
              <a:buNone/>
            </a:pPr>
            <a:r>
              <a:rPr b="0" lang="en-GB" sz="1600"/>
              <a:t>Flowchart Advanced Symbols</a:t>
            </a:r>
            <a:endParaRPr/>
          </a:p>
          <a:p>
            <a:pPr indent="0" lvl="0" marL="0" rtl="0" algn="ctr">
              <a:lnSpc>
                <a:spcPct val="90000"/>
              </a:lnSpc>
              <a:spcBef>
                <a:spcPts val="1000"/>
              </a:spcBef>
              <a:spcAft>
                <a:spcPts val="0"/>
              </a:spcAft>
              <a:buClr>
                <a:schemeClr val="dk1"/>
              </a:buClr>
              <a:buSzPct val="100000"/>
              <a:buNone/>
            </a:pPr>
            <a:r>
              <a:rPr b="0" lang="en-GB" sz="1600"/>
              <a:t>Example and Exercise</a:t>
            </a:r>
            <a:endParaRPr/>
          </a:p>
          <a:p>
            <a:pPr indent="0" lvl="0" marL="0" rtl="0" algn="ctr">
              <a:lnSpc>
                <a:spcPct val="90000"/>
              </a:lnSpc>
              <a:spcBef>
                <a:spcPts val="1000"/>
              </a:spcBef>
              <a:spcAft>
                <a:spcPts val="0"/>
              </a:spcAft>
              <a:buClr>
                <a:schemeClr val="dk1"/>
              </a:buClr>
              <a:buSzPct val="100000"/>
              <a:buNone/>
            </a:pPr>
            <a:r>
              <a:rPr b="0" lang="en-GB" sz="1500"/>
              <a:t>Flow of Control</a:t>
            </a:r>
            <a:endParaRPr/>
          </a:p>
          <a:p>
            <a:pPr indent="0" lvl="0" marL="0" rtl="0" algn="ctr">
              <a:lnSpc>
                <a:spcPct val="90000"/>
              </a:lnSpc>
              <a:spcBef>
                <a:spcPts val="1000"/>
              </a:spcBef>
              <a:spcAft>
                <a:spcPts val="0"/>
              </a:spcAft>
              <a:buClr>
                <a:schemeClr val="dk1"/>
              </a:buClr>
              <a:buSzPct val="100000"/>
              <a:buNone/>
            </a:pPr>
            <a:r>
              <a:rPr b="0" lang="en-GB" sz="1500"/>
              <a:t>Flow of Control –Sequential</a:t>
            </a:r>
            <a:endParaRPr/>
          </a:p>
          <a:p>
            <a:pPr indent="0" lvl="0" marL="0" rtl="0" algn="ctr">
              <a:lnSpc>
                <a:spcPct val="90000"/>
              </a:lnSpc>
              <a:spcBef>
                <a:spcPts val="1000"/>
              </a:spcBef>
              <a:spcAft>
                <a:spcPts val="0"/>
              </a:spcAft>
              <a:buClr>
                <a:schemeClr val="dk1"/>
              </a:buClr>
              <a:buSzPct val="100000"/>
              <a:buNone/>
            </a:pPr>
            <a:r>
              <a:rPr b="0" lang="en-GB" sz="1500"/>
              <a:t>Flow of Control –Selection</a:t>
            </a:r>
            <a:endParaRPr/>
          </a:p>
          <a:p>
            <a:pPr indent="0" lvl="0" marL="0" rtl="0" algn="ctr">
              <a:lnSpc>
                <a:spcPct val="90000"/>
              </a:lnSpc>
              <a:spcBef>
                <a:spcPts val="1000"/>
              </a:spcBef>
              <a:spcAft>
                <a:spcPts val="0"/>
              </a:spcAft>
              <a:buClr>
                <a:schemeClr val="dk1"/>
              </a:buClr>
              <a:buSzPct val="100000"/>
              <a:buNone/>
            </a:pPr>
            <a:r>
              <a:rPr b="0" lang="en-GB" sz="1500"/>
              <a:t>Flow of Control –Repetitive</a:t>
            </a:r>
            <a:endParaRPr/>
          </a:p>
          <a:p>
            <a:pPr indent="0" lvl="0" marL="0" rtl="0" algn="ctr">
              <a:lnSpc>
                <a:spcPct val="90000"/>
              </a:lnSpc>
              <a:spcBef>
                <a:spcPts val="1000"/>
              </a:spcBef>
              <a:spcAft>
                <a:spcPts val="0"/>
              </a:spcAft>
              <a:buClr>
                <a:schemeClr val="dk1"/>
              </a:buClr>
              <a:buSzPct val="100000"/>
              <a:buNone/>
            </a:pPr>
            <a:r>
              <a:rPr lang="en-GB" sz="1500"/>
              <a:t>Using Algorithm and Flow Chart </a:t>
            </a:r>
            <a:endParaRPr/>
          </a:p>
          <a:p>
            <a:pPr indent="0" lvl="0" marL="0" rtl="0" algn="ctr">
              <a:lnSpc>
                <a:spcPct val="90000"/>
              </a:lnSpc>
              <a:spcBef>
                <a:spcPts val="1000"/>
              </a:spcBef>
              <a:spcAft>
                <a:spcPts val="0"/>
              </a:spcAft>
              <a:buClr>
                <a:schemeClr val="dk1"/>
              </a:buClr>
              <a:buSzPct val="100000"/>
              <a:buNone/>
            </a:pPr>
            <a:r>
              <a:t/>
            </a:r>
            <a:endParaRPr sz="1500"/>
          </a:p>
          <a:p>
            <a:pPr indent="0" lvl="0" marL="0" rtl="0" algn="ctr">
              <a:lnSpc>
                <a:spcPct val="90000"/>
              </a:lnSpc>
              <a:spcBef>
                <a:spcPts val="1000"/>
              </a:spcBef>
              <a:spcAft>
                <a:spcPts val="0"/>
              </a:spcAft>
              <a:buClr>
                <a:schemeClr val="dk1"/>
              </a:buClr>
              <a:buSzPct val="100000"/>
              <a:buNone/>
            </a:pPr>
            <a:r>
              <a:t/>
            </a:r>
            <a:endParaRPr/>
          </a:p>
        </p:txBody>
      </p:sp>
      <p:pic>
        <p:nvPicPr>
          <p:cNvPr id="361" name="Google Shape;361;p37"/>
          <p:cNvPicPr preferRelativeResize="0"/>
          <p:nvPr/>
        </p:nvPicPr>
        <p:blipFill rotWithShape="1">
          <a:blip r:embed="rId3">
            <a:alphaModFix/>
          </a:blip>
          <a:srcRect b="0" l="0" r="0" t="0"/>
          <a:stretch/>
        </p:blipFill>
        <p:spPr>
          <a:xfrm>
            <a:off x="1808703" y="2294732"/>
            <a:ext cx="3453254" cy="1978010"/>
          </a:xfrm>
          <a:prstGeom prst="rect">
            <a:avLst/>
          </a:prstGeom>
          <a:noFill/>
          <a:ln>
            <a:noFill/>
          </a:ln>
          <a:effectLst>
            <a:outerShdw blurRad="292100" rotWithShape="0" algn="tl" dir="2700000" dist="139700">
              <a:srgbClr val="333333">
                <a:alpha val="64313"/>
              </a:srgbClr>
            </a:outerShdw>
          </a:effectLst>
        </p:spPr>
      </p:pic>
      <p:pic>
        <p:nvPicPr>
          <p:cNvPr descr="C Program Practicals: Flowchart to Add two numbers." id="362" name="Google Shape;362;p37"/>
          <p:cNvPicPr preferRelativeResize="0"/>
          <p:nvPr/>
        </p:nvPicPr>
        <p:blipFill rotWithShape="1">
          <a:blip r:embed="rId4">
            <a:alphaModFix/>
          </a:blip>
          <a:srcRect b="0" l="0" r="0" t="0"/>
          <a:stretch/>
        </p:blipFill>
        <p:spPr>
          <a:xfrm>
            <a:off x="5294328" y="1814137"/>
            <a:ext cx="2603988" cy="3593165"/>
          </a:xfrm>
          <a:prstGeom prst="rect">
            <a:avLst/>
          </a:prstGeom>
          <a:noFill/>
          <a:ln>
            <a:noFill/>
          </a:ln>
        </p:spPr>
      </p:pic>
      <p:sp>
        <p:nvSpPr>
          <p:cNvPr id="363" name="Google Shape;363;p37"/>
          <p:cNvSpPr txBox="1"/>
          <p:nvPr/>
        </p:nvSpPr>
        <p:spPr>
          <a:xfrm>
            <a:off x="7800666" y="1791870"/>
            <a:ext cx="4391334" cy="40318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Courier New"/>
              <a:buNone/>
            </a:pPr>
            <a:r>
              <a:rPr b="1" lang="en-GB" sz="1600">
                <a:solidFill>
                  <a:schemeClr val="dk1"/>
                </a:solidFill>
                <a:latin typeface="Courier New"/>
                <a:ea typeface="Courier New"/>
                <a:cs typeface="Courier New"/>
                <a:sym typeface="Courier New"/>
              </a:rPr>
              <a:t># Prompt the user to enter the first number</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ourier New"/>
              <a:buNone/>
            </a:pPr>
            <a:r>
              <a:rPr lang="en-GB" sz="1600">
                <a:solidFill>
                  <a:schemeClr val="dk1"/>
                </a:solidFill>
                <a:latin typeface="Courier New"/>
                <a:ea typeface="Courier New"/>
                <a:cs typeface="Courier New"/>
                <a:sym typeface="Courier New"/>
              </a:rPr>
              <a:t>num1 = float(input("Enter the first number: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ourier New"/>
              <a:buNone/>
            </a:pPr>
            <a:r>
              <a:rPr b="1" lang="en-GB" sz="1600">
                <a:solidFill>
                  <a:schemeClr val="dk1"/>
                </a:solidFill>
                <a:latin typeface="Courier New"/>
                <a:ea typeface="Courier New"/>
                <a:cs typeface="Courier New"/>
                <a:sym typeface="Courier New"/>
              </a:rPr>
              <a:t># Prompt the user to enter the second number</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ourier New"/>
              <a:buNone/>
            </a:pPr>
            <a:r>
              <a:rPr lang="en-GB" sz="1600">
                <a:solidFill>
                  <a:schemeClr val="dk1"/>
                </a:solidFill>
                <a:latin typeface="Courier New"/>
                <a:ea typeface="Courier New"/>
                <a:cs typeface="Courier New"/>
                <a:sym typeface="Courier New"/>
              </a:rPr>
              <a:t>num2 = float(input("Enter the second number: "))</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ourier New"/>
              <a:buNone/>
            </a:pPr>
            <a:r>
              <a:rPr b="1" lang="en-GB" sz="1600">
                <a:solidFill>
                  <a:schemeClr val="dk1"/>
                </a:solidFill>
                <a:latin typeface="Courier New"/>
                <a:ea typeface="Courier New"/>
                <a:cs typeface="Courier New"/>
                <a:sym typeface="Courier New"/>
              </a:rPr>
              <a:t># Add the two numbers together</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ourier New"/>
              <a:buNone/>
            </a:pPr>
            <a:r>
              <a:rPr lang="en-GB" sz="1600">
                <a:solidFill>
                  <a:schemeClr val="dk1"/>
                </a:solidFill>
                <a:latin typeface="Courier New"/>
                <a:ea typeface="Courier New"/>
                <a:cs typeface="Courier New"/>
                <a:sym typeface="Courier New"/>
              </a:rPr>
              <a:t>result = num1 + num2</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ourier New"/>
              <a:buNone/>
            </a:pPr>
            <a:r>
              <a:rPr b="1" lang="en-GB" sz="1600">
                <a:solidFill>
                  <a:schemeClr val="dk1"/>
                </a:solidFill>
                <a:latin typeface="Courier New"/>
                <a:ea typeface="Courier New"/>
                <a:cs typeface="Courier New"/>
                <a:sym typeface="Courier New"/>
              </a:rPr>
              <a:t># Print the result to the user</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1600"/>
              <a:buFont typeface="Courier New"/>
              <a:buNone/>
            </a:pPr>
            <a:r>
              <a:rPr lang="en-GB" sz="1600">
                <a:solidFill>
                  <a:schemeClr val="dk1"/>
                </a:solidFill>
                <a:latin typeface="Courier New"/>
                <a:ea typeface="Courier New"/>
                <a:cs typeface="Courier New"/>
                <a:sym typeface="Courier New"/>
              </a:rPr>
              <a:t>print(f"The sum of {num1} and {num2} is {result}”)</a:t>
            </a:r>
            <a:endParaRPr sz="16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8"/>
          <p:cNvSpPr txBox="1"/>
          <p:nvPr>
            <p:ph type="title"/>
          </p:nvPr>
        </p:nvSpPr>
        <p:spPr>
          <a:xfrm>
            <a:off x="1808703" y="681038"/>
            <a:ext cx="8964592" cy="4827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Exercise for You</a:t>
            </a:r>
            <a:endParaRPr/>
          </a:p>
        </p:txBody>
      </p:sp>
      <p:sp>
        <p:nvSpPr>
          <p:cNvPr id="369" name="Google Shape;369;p38"/>
          <p:cNvSpPr txBox="1"/>
          <p:nvPr>
            <p:ph idx="1" type="body"/>
          </p:nvPr>
        </p:nvSpPr>
        <p:spPr>
          <a:xfrm>
            <a:off x="1759877" y="1262431"/>
            <a:ext cx="10160574" cy="5130056"/>
          </a:xfrm>
          <a:prstGeom prst="rect">
            <a:avLst/>
          </a:prstGeom>
          <a:noFill/>
          <a:ln>
            <a:noFill/>
          </a:ln>
        </p:spPr>
        <p:txBody>
          <a:bodyPr anchorCtr="0" anchor="t" bIns="45700" lIns="91425" spcFirstLastPara="1" rIns="91425" wrap="square" tIns="45700">
            <a:normAutofit fontScale="92500"/>
          </a:bodyPr>
          <a:lstStyle/>
          <a:p>
            <a:pPr indent="-342900" lvl="0" marL="457200" marR="0" rtl="0" algn="l">
              <a:lnSpc>
                <a:spcPct val="150000"/>
              </a:lnSpc>
              <a:spcBef>
                <a:spcPts val="0"/>
              </a:spcBef>
              <a:spcAft>
                <a:spcPts val="0"/>
              </a:spcAft>
              <a:buClr>
                <a:schemeClr val="dk1"/>
              </a:buClr>
              <a:buSzPct val="126126"/>
              <a:buFont typeface="Noto Sans Symbols"/>
              <a:buChar char="▪"/>
            </a:pPr>
            <a:r>
              <a:rPr lang="en-GB" sz="2400">
                <a:solidFill>
                  <a:schemeClr val="dk1"/>
                </a:solidFill>
              </a:rPr>
              <a:t>Write an pseudocode and flowchart that will accept/read two numbers and then display the bigger number.</a:t>
            </a:r>
            <a:endParaRPr/>
          </a:p>
          <a:p>
            <a:pPr indent="-342900" lvl="0" marL="457200" marR="0" rtl="0" algn="l">
              <a:lnSpc>
                <a:spcPct val="150000"/>
              </a:lnSpc>
              <a:spcBef>
                <a:spcPts val="0"/>
              </a:spcBef>
              <a:spcAft>
                <a:spcPts val="0"/>
              </a:spcAft>
              <a:buClr>
                <a:schemeClr val="dk1"/>
              </a:buClr>
              <a:buSzPct val="126126"/>
              <a:buFont typeface="Noto Sans Symbols"/>
              <a:buChar char="▪"/>
            </a:pPr>
            <a:r>
              <a:rPr lang="en-GB" sz="2400">
                <a:solidFill>
                  <a:schemeClr val="dk1"/>
                </a:solidFill>
              </a:rPr>
              <a:t>Write an pseudocode and flowchart to find whether the number is even or not. </a:t>
            </a:r>
            <a:endParaRPr/>
          </a:p>
          <a:p>
            <a:pPr indent="-342900" lvl="0" marL="457200" marR="0" rtl="0" algn="l">
              <a:lnSpc>
                <a:spcPct val="150000"/>
              </a:lnSpc>
              <a:spcBef>
                <a:spcPts val="0"/>
              </a:spcBef>
              <a:spcAft>
                <a:spcPts val="0"/>
              </a:spcAft>
              <a:buClr>
                <a:schemeClr val="dk1"/>
              </a:buClr>
              <a:buSzPct val="126126"/>
              <a:buFont typeface="Noto Sans Symbols"/>
              <a:buChar char="▪"/>
            </a:pPr>
            <a:r>
              <a:rPr lang="en-GB" sz="2400">
                <a:solidFill>
                  <a:schemeClr val="dk1"/>
                </a:solidFill>
              </a:rPr>
              <a:t>Write a pseudocode and draw a flowchart to check whether a person is either child or teenage or adult. (Hint: child(&lt;13), teenager(&gt;=13 but &lt;20) or adult(&gt;=20)).</a:t>
            </a:r>
            <a:endParaRPr/>
          </a:p>
          <a:p>
            <a:pPr indent="-342900" lvl="0" marL="457200" marR="0" rtl="0" algn="l">
              <a:lnSpc>
                <a:spcPct val="150000"/>
              </a:lnSpc>
              <a:spcBef>
                <a:spcPts val="0"/>
              </a:spcBef>
              <a:spcAft>
                <a:spcPts val="0"/>
              </a:spcAft>
              <a:buClr>
                <a:schemeClr val="dk1"/>
              </a:buClr>
              <a:buSzPct val="126126"/>
              <a:buFont typeface="Noto Sans Symbols"/>
              <a:buChar char="▪"/>
            </a:pPr>
            <a:r>
              <a:rPr lang="en-GB" sz="2400">
                <a:solidFill>
                  <a:schemeClr val="dk1"/>
                </a:solidFill>
              </a:rPr>
              <a:t>Create an algorithm and a flowchart that will compute the sum of two numbers. If the sum is below or equal to twenty, two number will be entered again. If the sum is above 20, it will display sum.</a:t>
            </a:r>
            <a:endParaRPr/>
          </a:p>
          <a:p>
            <a:pPr indent="0" lvl="0" marL="0" rtl="0" algn="l">
              <a:lnSpc>
                <a:spcPct val="90000"/>
              </a:lnSpc>
              <a:spcBef>
                <a:spcPts val="1000"/>
              </a:spcBef>
              <a:spcAft>
                <a:spcPts val="0"/>
              </a:spcAft>
              <a:buClr>
                <a:schemeClr val="dk1"/>
              </a:buClr>
              <a:buSzPct val="100000"/>
              <a:buNone/>
            </a:pPr>
            <a:r>
              <a:t/>
            </a:r>
            <a:endParaRPr/>
          </a:p>
        </p:txBody>
      </p:sp>
      <p:sp>
        <p:nvSpPr>
          <p:cNvPr id="370" name="Google Shape;370;p38"/>
          <p:cNvSpPr txBox="1"/>
          <p:nvPr>
            <p:ph idx="2" type="body"/>
          </p:nvPr>
        </p:nvSpPr>
        <p:spPr>
          <a:xfrm>
            <a:off x="103082" y="681039"/>
            <a:ext cx="1705620" cy="5711448"/>
          </a:xfrm>
          <a:prstGeom prst="rect">
            <a:avLst/>
          </a:prstGeom>
          <a:noFill/>
          <a:ln>
            <a:noFill/>
          </a:ln>
        </p:spPr>
        <p:txBody>
          <a:bodyPr anchorCtr="0" anchor="t" bIns="45700" lIns="91425" spcFirstLastPara="1" rIns="91425" wrap="square" tIns="45700">
            <a:normAutofit fontScale="250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rPr lang="en-GB" sz="4800" u="sng"/>
              <a:t>Navigation</a:t>
            </a:r>
            <a:endParaRPr/>
          </a:p>
          <a:p>
            <a:pPr indent="0" lvl="0" marL="0" rtl="0" algn="ctr">
              <a:lnSpc>
                <a:spcPct val="90000"/>
              </a:lnSpc>
              <a:spcBef>
                <a:spcPts val="1000"/>
              </a:spcBef>
              <a:spcAft>
                <a:spcPts val="0"/>
              </a:spcAft>
              <a:buClr>
                <a:schemeClr val="dk1"/>
              </a:buClr>
              <a:buSzPct val="100000"/>
              <a:buNone/>
            </a:pPr>
            <a:r>
              <a:rPr b="0" lang="en-GB" sz="4000"/>
              <a:t>Agenda</a:t>
            </a:r>
            <a:endParaRPr/>
          </a:p>
          <a:p>
            <a:pPr indent="0" lvl="0" marL="0" rtl="0" algn="ctr">
              <a:lnSpc>
                <a:spcPct val="90000"/>
              </a:lnSpc>
              <a:spcBef>
                <a:spcPts val="1000"/>
              </a:spcBef>
              <a:spcAft>
                <a:spcPts val="0"/>
              </a:spcAft>
              <a:buClr>
                <a:schemeClr val="dk1"/>
              </a:buClr>
              <a:buSzPct val="100000"/>
              <a:buNone/>
            </a:pPr>
            <a:r>
              <a:rPr b="0" lang="en-GB" sz="4000"/>
              <a:t>How to start</a:t>
            </a:r>
            <a:endParaRPr/>
          </a:p>
          <a:p>
            <a:pPr indent="0" lvl="0" marL="0" rtl="0" algn="ctr">
              <a:lnSpc>
                <a:spcPct val="90000"/>
              </a:lnSpc>
              <a:spcBef>
                <a:spcPts val="1000"/>
              </a:spcBef>
              <a:spcAft>
                <a:spcPts val="0"/>
              </a:spcAft>
              <a:buClr>
                <a:schemeClr val="dk1"/>
              </a:buClr>
              <a:buSzPct val="100000"/>
              <a:buNone/>
            </a:pPr>
            <a:r>
              <a:rPr b="0" lang="en-GB" sz="4000"/>
              <a:t>Scenario based problem</a:t>
            </a:r>
            <a:endParaRPr/>
          </a:p>
          <a:p>
            <a:pPr indent="0" lvl="0" marL="0" rtl="0" algn="ctr">
              <a:lnSpc>
                <a:spcPct val="90000"/>
              </a:lnSpc>
              <a:spcBef>
                <a:spcPts val="1000"/>
              </a:spcBef>
              <a:spcAft>
                <a:spcPts val="0"/>
              </a:spcAft>
              <a:buClr>
                <a:schemeClr val="dk1"/>
              </a:buClr>
              <a:buSzPct val="100000"/>
              <a:buNone/>
            </a:pPr>
            <a:r>
              <a:rPr b="0" lang="en-GB" sz="4000"/>
              <a:t>A methodological approach</a:t>
            </a:r>
            <a:endParaRPr b="0" sz="4000"/>
          </a:p>
          <a:p>
            <a:pPr indent="0" lvl="0" marL="0" rtl="0" algn="ctr">
              <a:lnSpc>
                <a:spcPct val="90000"/>
              </a:lnSpc>
              <a:spcBef>
                <a:spcPts val="1000"/>
              </a:spcBef>
              <a:spcAft>
                <a:spcPts val="0"/>
              </a:spcAft>
              <a:buClr>
                <a:schemeClr val="dk1"/>
              </a:buClr>
              <a:buSzPct val="100000"/>
              <a:buNone/>
            </a:pPr>
            <a:r>
              <a:rPr b="0" lang="en-GB" sz="4000"/>
              <a:t>Algorithms</a:t>
            </a:r>
            <a:endParaRPr/>
          </a:p>
          <a:p>
            <a:pPr indent="0" lvl="0" marL="0" rtl="0" algn="ctr">
              <a:lnSpc>
                <a:spcPct val="90000"/>
              </a:lnSpc>
              <a:spcBef>
                <a:spcPts val="1000"/>
              </a:spcBef>
              <a:spcAft>
                <a:spcPts val="0"/>
              </a:spcAft>
              <a:buClr>
                <a:schemeClr val="dk1"/>
              </a:buClr>
              <a:buSzPct val="100000"/>
              <a:buNone/>
            </a:pPr>
            <a:r>
              <a:rPr b="0" lang="en-GB" sz="4000"/>
              <a:t>Characteristics of Good Algorithms</a:t>
            </a:r>
            <a:endParaRPr/>
          </a:p>
          <a:p>
            <a:pPr indent="0" lvl="0" marL="0" rtl="0" algn="ctr">
              <a:lnSpc>
                <a:spcPct val="90000"/>
              </a:lnSpc>
              <a:spcBef>
                <a:spcPts val="1000"/>
              </a:spcBef>
              <a:spcAft>
                <a:spcPts val="0"/>
              </a:spcAft>
              <a:buClr>
                <a:schemeClr val="dk1"/>
              </a:buClr>
              <a:buSzPct val="100000"/>
              <a:buNone/>
            </a:pPr>
            <a:r>
              <a:rPr b="0" lang="en-GB" sz="4000"/>
              <a:t>Example and Exercise</a:t>
            </a:r>
            <a:endParaRPr/>
          </a:p>
          <a:p>
            <a:pPr indent="0" lvl="0" marL="0" rtl="0" algn="ctr">
              <a:lnSpc>
                <a:spcPct val="90000"/>
              </a:lnSpc>
              <a:spcBef>
                <a:spcPts val="1000"/>
              </a:spcBef>
              <a:spcAft>
                <a:spcPts val="0"/>
              </a:spcAft>
              <a:buClr>
                <a:schemeClr val="dk1"/>
              </a:buClr>
              <a:buSzPct val="100000"/>
              <a:buNone/>
            </a:pPr>
            <a:r>
              <a:rPr b="0" lang="en-GB" sz="4000"/>
              <a:t>Pseudocode</a:t>
            </a:r>
            <a:endParaRPr/>
          </a:p>
          <a:p>
            <a:pPr indent="0" lvl="0" marL="0" rtl="0" algn="ctr">
              <a:lnSpc>
                <a:spcPct val="90000"/>
              </a:lnSpc>
              <a:spcBef>
                <a:spcPts val="1000"/>
              </a:spcBef>
              <a:spcAft>
                <a:spcPts val="0"/>
              </a:spcAft>
              <a:buClr>
                <a:schemeClr val="dk1"/>
              </a:buClr>
              <a:buSzPct val="100000"/>
              <a:buNone/>
            </a:pPr>
            <a:r>
              <a:rPr b="0" lang="en-GB" sz="4000"/>
              <a:t>Pseudocode Keywords</a:t>
            </a:r>
            <a:endParaRPr/>
          </a:p>
          <a:p>
            <a:pPr indent="0" lvl="0" marL="0" rtl="0" algn="ctr">
              <a:lnSpc>
                <a:spcPct val="90000"/>
              </a:lnSpc>
              <a:spcBef>
                <a:spcPts val="1000"/>
              </a:spcBef>
              <a:spcAft>
                <a:spcPts val="0"/>
              </a:spcAft>
              <a:buClr>
                <a:schemeClr val="dk1"/>
              </a:buClr>
              <a:buSzPct val="100000"/>
              <a:buNone/>
            </a:pPr>
            <a:r>
              <a:rPr b="0" lang="en-GB" sz="4000"/>
              <a:t>Exercise and Example</a:t>
            </a:r>
            <a:endParaRPr/>
          </a:p>
          <a:p>
            <a:pPr indent="0" lvl="0" marL="0" rtl="0" algn="ctr">
              <a:lnSpc>
                <a:spcPct val="90000"/>
              </a:lnSpc>
              <a:spcBef>
                <a:spcPts val="1000"/>
              </a:spcBef>
              <a:spcAft>
                <a:spcPts val="0"/>
              </a:spcAft>
              <a:buClr>
                <a:schemeClr val="dk1"/>
              </a:buClr>
              <a:buSzPct val="100000"/>
              <a:buNone/>
            </a:pPr>
            <a:r>
              <a:rPr b="0" lang="en-GB" sz="4000"/>
              <a:t>Flowchart Basic Symbols</a:t>
            </a:r>
            <a:endParaRPr/>
          </a:p>
          <a:p>
            <a:pPr indent="0" lvl="0" marL="0" rtl="0" algn="ctr">
              <a:lnSpc>
                <a:spcPct val="90000"/>
              </a:lnSpc>
              <a:spcBef>
                <a:spcPts val="1000"/>
              </a:spcBef>
              <a:spcAft>
                <a:spcPts val="0"/>
              </a:spcAft>
              <a:buClr>
                <a:schemeClr val="dk1"/>
              </a:buClr>
              <a:buSzPct val="100000"/>
              <a:buNone/>
            </a:pPr>
            <a:r>
              <a:rPr b="0" lang="en-GB" sz="4000"/>
              <a:t>Flowchart Advanced Symbols</a:t>
            </a:r>
            <a:endParaRPr/>
          </a:p>
          <a:p>
            <a:pPr indent="0" lvl="0" marL="0" rtl="0" algn="ctr">
              <a:lnSpc>
                <a:spcPct val="90000"/>
              </a:lnSpc>
              <a:spcBef>
                <a:spcPts val="1000"/>
              </a:spcBef>
              <a:spcAft>
                <a:spcPts val="0"/>
              </a:spcAft>
              <a:buClr>
                <a:schemeClr val="dk1"/>
              </a:buClr>
              <a:buSzPct val="100000"/>
              <a:buNone/>
            </a:pPr>
            <a:r>
              <a:rPr b="0" lang="en-GB" sz="4000"/>
              <a:t>Example and Exercise</a:t>
            </a:r>
            <a:endParaRPr/>
          </a:p>
          <a:p>
            <a:pPr indent="0" lvl="0" marL="0" rtl="0" algn="ctr">
              <a:lnSpc>
                <a:spcPct val="90000"/>
              </a:lnSpc>
              <a:spcBef>
                <a:spcPts val="1000"/>
              </a:spcBef>
              <a:spcAft>
                <a:spcPts val="0"/>
              </a:spcAft>
              <a:buClr>
                <a:schemeClr val="dk1"/>
              </a:buClr>
              <a:buSzPct val="100000"/>
              <a:buNone/>
            </a:pPr>
            <a:r>
              <a:rPr b="0" lang="en-GB" sz="4000"/>
              <a:t>Flow of Control</a:t>
            </a:r>
            <a:endParaRPr/>
          </a:p>
          <a:p>
            <a:pPr indent="0" lvl="0" marL="0" rtl="0" algn="ctr">
              <a:lnSpc>
                <a:spcPct val="90000"/>
              </a:lnSpc>
              <a:spcBef>
                <a:spcPts val="1000"/>
              </a:spcBef>
              <a:spcAft>
                <a:spcPts val="0"/>
              </a:spcAft>
              <a:buClr>
                <a:schemeClr val="dk1"/>
              </a:buClr>
              <a:buSzPct val="100000"/>
              <a:buNone/>
            </a:pPr>
            <a:r>
              <a:rPr b="0" lang="en-GB" sz="4000"/>
              <a:t>Flow of Control –Sequential</a:t>
            </a:r>
            <a:endParaRPr/>
          </a:p>
          <a:p>
            <a:pPr indent="0" lvl="0" marL="0" rtl="0" algn="ctr">
              <a:lnSpc>
                <a:spcPct val="90000"/>
              </a:lnSpc>
              <a:spcBef>
                <a:spcPts val="1000"/>
              </a:spcBef>
              <a:spcAft>
                <a:spcPts val="0"/>
              </a:spcAft>
              <a:buClr>
                <a:schemeClr val="dk1"/>
              </a:buClr>
              <a:buSzPct val="100000"/>
              <a:buNone/>
            </a:pPr>
            <a:r>
              <a:rPr b="0" lang="en-GB" sz="4000"/>
              <a:t>Flow of Control –Selection</a:t>
            </a:r>
            <a:endParaRPr/>
          </a:p>
          <a:p>
            <a:pPr indent="0" lvl="0" marL="0" rtl="0" algn="ctr">
              <a:lnSpc>
                <a:spcPct val="90000"/>
              </a:lnSpc>
              <a:spcBef>
                <a:spcPts val="1000"/>
              </a:spcBef>
              <a:spcAft>
                <a:spcPts val="0"/>
              </a:spcAft>
              <a:buClr>
                <a:schemeClr val="dk1"/>
              </a:buClr>
              <a:buSzPct val="100000"/>
              <a:buNone/>
            </a:pPr>
            <a:r>
              <a:rPr b="0" lang="en-GB" sz="4000"/>
              <a:t>Flow of Control –Repetative</a:t>
            </a:r>
            <a:endParaRPr b="0" sz="4000"/>
          </a:p>
          <a:p>
            <a:pPr indent="0" lvl="0" marL="0" rtl="0" algn="ctr">
              <a:lnSpc>
                <a:spcPct val="90000"/>
              </a:lnSpc>
              <a:spcBef>
                <a:spcPts val="1000"/>
              </a:spcBef>
              <a:spcAft>
                <a:spcPts val="0"/>
              </a:spcAft>
              <a:buClr>
                <a:schemeClr val="dk1"/>
              </a:buClr>
              <a:buSzPct val="100000"/>
              <a:buNone/>
            </a:pPr>
            <a:r>
              <a:rPr b="0" lang="en-GB" sz="4000"/>
              <a:t>Using Algorithm and Flow Chart </a:t>
            </a:r>
            <a:endParaRPr/>
          </a:p>
          <a:p>
            <a:pPr indent="0" lvl="0" marL="0" rtl="0" algn="ctr">
              <a:lnSpc>
                <a:spcPct val="90000"/>
              </a:lnSpc>
              <a:spcBef>
                <a:spcPts val="1000"/>
              </a:spcBef>
              <a:spcAft>
                <a:spcPts val="0"/>
              </a:spcAft>
              <a:buClr>
                <a:schemeClr val="dk1"/>
              </a:buClr>
              <a:buSzPct val="100000"/>
              <a:buNone/>
            </a:pPr>
            <a:r>
              <a:rPr lang="en-GB" sz="4000"/>
              <a:t>Exercise and Example</a:t>
            </a:r>
            <a:endParaRPr/>
          </a:p>
          <a:p>
            <a:pPr indent="0" lvl="0" marL="0" rtl="0" algn="ctr">
              <a:lnSpc>
                <a:spcPct val="90000"/>
              </a:lnSpc>
              <a:spcBef>
                <a:spcPts val="1000"/>
              </a:spcBef>
              <a:spcAft>
                <a:spcPts val="0"/>
              </a:spcAft>
              <a:buClr>
                <a:schemeClr val="dk1"/>
              </a:buClr>
              <a:buSzPct val="100000"/>
              <a:buNone/>
            </a:pPr>
            <a:r>
              <a:t/>
            </a:r>
            <a:endParaRPr sz="1500"/>
          </a:p>
          <a:p>
            <a:pPr indent="0" lvl="0" marL="0" rtl="0" algn="ctr">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9"/>
          <p:cNvSpPr txBox="1"/>
          <p:nvPr>
            <p:ph type="title"/>
          </p:nvPr>
        </p:nvSpPr>
        <p:spPr>
          <a:xfrm>
            <a:off x="1808703" y="681038"/>
            <a:ext cx="8964592" cy="4827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2800"/>
              <a:buFont typeface="Arial"/>
              <a:buNone/>
            </a:pPr>
            <a:r>
              <a:rPr lang="en-GB" u="sng">
                <a:solidFill>
                  <a:srgbClr val="00B050"/>
                </a:solidFill>
              </a:rPr>
              <a:t>Homework for You</a:t>
            </a:r>
            <a:endParaRPr/>
          </a:p>
        </p:txBody>
      </p:sp>
      <p:sp>
        <p:nvSpPr>
          <p:cNvPr id="376" name="Google Shape;376;p39"/>
          <p:cNvSpPr txBox="1"/>
          <p:nvPr>
            <p:ph idx="1" type="body"/>
          </p:nvPr>
        </p:nvSpPr>
        <p:spPr>
          <a:xfrm>
            <a:off x="1759877" y="1262431"/>
            <a:ext cx="10160574" cy="5130056"/>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3200"/>
              <a:buFont typeface="Noto Sans Symbols"/>
              <a:buChar char="▪"/>
            </a:pPr>
            <a:r>
              <a:rPr lang="en-GB">
                <a:solidFill>
                  <a:schemeClr val="dk1"/>
                </a:solidFill>
              </a:rPr>
              <a:t>Create an algorithm and a flowchart that will output the factorial of a given number.</a:t>
            </a:r>
            <a:endParaRPr/>
          </a:p>
          <a:p>
            <a:pPr indent="-101600" lvl="1" marL="685800" rtl="0" algn="l">
              <a:lnSpc>
                <a:spcPct val="90000"/>
              </a:lnSpc>
              <a:spcBef>
                <a:spcPts val="0"/>
              </a:spcBef>
              <a:spcAft>
                <a:spcPts val="0"/>
              </a:spcAft>
              <a:buClr>
                <a:schemeClr val="dk1"/>
              </a:buClr>
              <a:buSzPts val="2000"/>
              <a:buFont typeface="Noto Sans Symbols"/>
              <a:buNone/>
            </a:pPr>
            <a:r>
              <a:t/>
            </a:r>
            <a:endParaRPr>
              <a:solidFill>
                <a:schemeClr val="dk1"/>
              </a:solidFill>
            </a:endParaRPr>
          </a:p>
          <a:p>
            <a:pPr indent="-228600" lvl="1" marL="685800" rtl="0" algn="l">
              <a:lnSpc>
                <a:spcPct val="90000"/>
              </a:lnSpc>
              <a:spcBef>
                <a:spcPts val="0"/>
              </a:spcBef>
              <a:spcAft>
                <a:spcPts val="0"/>
              </a:spcAft>
              <a:buClr>
                <a:schemeClr val="dk1"/>
              </a:buClr>
              <a:buSzPts val="3200"/>
              <a:buFont typeface="Noto Sans Symbols"/>
              <a:buChar char="▪"/>
            </a:pPr>
            <a:r>
              <a:rPr lang="en-GB">
                <a:solidFill>
                  <a:schemeClr val="dk1"/>
                </a:solidFill>
              </a:rPr>
              <a:t>Create an algorithm and a flowchart that will output the Fibonacci series up to a given number.</a:t>
            </a:r>
            <a:endParaRPr/>
          </a:p>
          <a:p>
            <a:pPr indent="-101600" lvl="1" marL="685800" rtl="0" algn="l">
              <a:lnSpc>
                <a:spcPct val="90000"/>
              </a:lnSpc>
              <a:spcBef>
                <a:spcPts val="0"/>
              </a:spcBef>
              <a:spcAft>
                <a:spcPts val="0"/>
              </a:spcAft>
              <a:buClr>
                <a:schemeClr val="dk1"/>
              </a:buClr>
              <a:buSzPts val="2000"/>
              <a:buFont typeface="Noto Sans Symbols"/>
              <a:buNone/>
            </a:pPr>
            <a:r>
              <a:t/>
            </a:r>
            <a:endParaRPr>
              <a:solidFill>
                <a:schemeClr val="dk1"/>
              </a:solidFill>
            </a:endParaRPr>
          </a:p>
          <a:p>
            <a:pPr indent="-228600" lvl="1" marL="685800" rtl="0" algn="l">
              <a:lnSpc>
                <a:spcPct val="90000"/>
              </a:lnSpc>
              <a:spcBef>
                <a:spcPts val="0"/>
              </a:spcBef>
              <a:spcAft>
                <a:spcPts val="0"/>
              </a:spcAft>
              <a:buClr>
                <a:schemeClr val="dk1"/>
              </a:buClr>
              <a:buSzPts val="3200"/>
              <a:buFont typeface="Noto Sans Symbols"/>
              <a:buChar char="▪"/>
            </a:pPr>
            <a:r>
              <a:rPr lang="en-GB">
                <a:solidFill>
                  <a:schemeClr val="dk1"/>
                </a:solidFill>
              </a:rPr>
              <a:t>Create an algorithm and a flowchart that will output all the prime numbers between 2 numbers. </a:t>
            </a:r>
            <a:endParaRPr/>
          </a:p>
          <a:p>
            <a:pPr indent="0" lvl="0" marL="0" rtl="0" algn="l">
              <a:lnSpc>
                <a:spcPct val="90000"/>
              </a:lnSpc>
              <a:spcBef>
                <a:spcPts val="1000"/>
              </a:spcBef>
              <a:spcAft>
                <a:spcPts val="0"/>
              </a:spcAft>
              <a:buClr>
                <a:schemeClr val="dk1"/>
              </a:buClr>
              <a:buSzPts val="2400"/>
              <a:buNone/>
            </a:pPr>
            <a:r>
              <a:t/>
            </a:r>
            <a:endParaRPr/>
          </a:p>
        </p:txBody>
      </p:sp>
      <p:sp>
        <p:nvSpPr>
          <p:cNvPr id="377" name="Google Shape;377;p39"/>
          <p:cNvSpPr txBox="1"/>
          <p:nvPr>
            <p:ph idx="2" type="body"/>
          </p:nvPr>
        </p:nvSpPr>
        <p:spPr>
          <a:xfrm>
            <a:off x="103082" y="681039"/>
            <a:ext cx="1705620" cy="5711448"/>
          </a:xfrm>
          <a:prstGeom prst="rect">
            <a:avLst/>
          </a:prstGeom>
          <a:noFill/>
          <a:ln>
            <a:noFill/>
          </a:ln>
        </p:spPr>
        <p:txBody>
          <a:bodyPr anchorCtr="0" anchor="t" bIns="45700" lIns="91425" spcFirstLastPara="1" rIns="91425" wrap="square" tIns="45700">
            <a:normAutofit fontScale="25000" lnSpcReduction="20000"/>
          </a:bodyPr>
          <a:lstStyle/>
          <a:p>
            <a:pPr indent="0" lvl="0" marL="0" rtl="0" algn="ctr">
              <a:lnSpc>
                <a:spcPct val="90000"/>
              </a:lnSpc>
              <a:spcBef>
                <a:spcPts val="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rPr lang="en-GB" sz="4800" u="sng"/>
              <a:t>Navigation</a:t>
            </a:r>
            <a:endParaRPr/>
          </a:p>
          <a:p>
            <a:pPr indent="0" lvl="0" marL="0" rtl="0" algn="ctr">
              <a:lnSpc>
                <a:spcPct val="90000"/>
              </a:lnSpc>
              <a:spcBef>
                <a:spcPts val="1000"/>
              </a:spcBef>
              <a:spcAft>
                <a:spcPts val="0"/>
              </a:spcAft>
              <a:buClr>
                <a:schemeClr val="dk1"/>
              </a:buClr>
              <a:buSzPct val="100000"/>
              <a:buNone/>
            </a:pPr>
            <a:r>
              <a:rPr b="0" lang="en-GB" sz="4000"/>
              <a:t>Agenda</a:t>
            </a:r>
            <a:endParaRPr/>
          </a:p>
          <a:p>
            <a:pPr indent="0" lvl="0" marL="0" rtl="0" algn="ctr">
              <a:lnSpc>
                <a:spcPct val="90000"/>
              </a:lnSpc>
              <a:spcBef>
                <a:spcPts val="1000"/>
              </a:spcBef>
              <a:spcAft>
                <a:spcPts val="0"/>
              </a:spcAft>
              <a:buClr>
                <a:schemeClr val="dk1"/>
              </a:buClr>
              <a:buSzPct val="100000"/>
              <a:buNone/>
            </a:pPr>
            <a:r>
              <a:rPr b="0" lang="en-GB" sz="4000"/>
              <a:t>How to start</a:t>
            </a:r>
            <a:endParaRPr/>
          </a:p>
          <a:p>
            <a:pPr indent="0" lvl="0" marL="0" rtl="0" algn="ctr">
              <a:lnSpc>
                <a:spcPct val="90000"/>
              </a:lnSpc>
              <a:spcBef>
                <a:spcPts val="1000"/>
              </a:spcBef>
              <a:spcAft>
                <a:spcPts val="0"/>
              </a:spcAft>
              <a:buClr>
                <a:schemeClr val="dk1"/>
              </a:buClr>
              <a:buSzPct val="100000"/>
              <a:buNone/>
            </a:pPr>
            <a:r>
              <a:rPr b="0" lang="en-GB" sz="4000"/>
              <a:t>Scenario based problem</a:t>
            </a:r>
            <a:endParaRPr/>
          </a:p>
          <a:p>
            <a:pPr indent="0" lvl="0" marL="0" rtl="0" algn="ctr">
              <a:lnSpc>
                <a:spcPct val="90000"/>
              </a:lnSpc>
              <a:spcBef>
                <a:spcPts val="1000"/>
              </a:spcBef>
              <a:spcAft>
                <a:spcPts val="0"/>
              </a:spcAft>
              <a:buClr>
                <a:schemeClr val="dk1"/>
              </a:buClr>
              <a:buSzPct val="100000"/>
              <a:buNone/>
            </a:pPr>
            <a:r>
              <a:rPr b="0" lang="en-GB" sz="4000"/>
              <a:t>A methodological approach</a:t>
            </a:r>
            <a:endParaRPr b="0" sz="4000"/>
          </a:p>
          <a:p>
            <a:pPr indent="0" lvl="0" marL="0" rtl="0" algn="ctr">
              <a:lnSpc>
                <a:spcPct val="90000"/>
              </a:lnSpc>
              <a:spcBef>
                <a:spcPts val="1000"/>
              </a:spcBef>
              <a:spcAft>
                <a:spcPts val="0"/>
              </a:spcAft>
              <a:buClr>
                <a:schemeClr val="dk1"/>
              </a:buClr>
              <a:buSzPct val="100000"/>
              <a:buNone/>
            </a:pPr>
            <a:r>
              <a:rPr b="0" lang="en-GB" sz="4000"/>
              <a:t>Algorithms</a:t>
            </a:r>
            <a:endParaRPr/>
          </a:p>
          <a:p>
            <a:pPr indent="0" lvl="0" marL="0" rtl="0" algn="ctr">
              <a:lnSpc>
                <a:spcPct val="90000"/>
              </a:lnSpc>
              <a:spcBef>
                <a:spcPts val="1000"/>
              </a:spcBef>
              <a:spcAft>
                <a:spcPts val="0"/>
              </a:spcAft>
              <a:buClr>
                <a:schemeClr val="dk1"/>
              </a:buClr>
              <a:buSzPct val="100000"/>
              <a:buNone/>
            </a:pPr>
            <a:r>
              <a:rPr b="0" lang="en-GB" sz="4000"/>
              <a:t>Characteristics of Good Algorithms</a:t>
            </a:r>
            <a:endParaRPr/>
          </a:p>
          <a:p>
            <a:pPr indent="0" lvl="0" marL="0" rtl="0" algn="ctr">
              <a:lnSpc>
                <a:spcPct val="90000"/>
              </a:lnSpc>
              <a:spcBef>
                <a:spcPts val="1000"/>
              </a:spcBef>
              <a:spcAft>
                <a:spcPts val="0"/>
              </a:spcAft>
              <a:buClr>
                <a:schemeClr val="dk1"/>
              </a:buClr>
              <a:buSzPct val="100000"/>
              <a:buNone/>
            </a:pPr>
            <a:r>
              <a:rPr b="0" lang="en-GB" sz="4000"/>
              <a:t>Example and Exercise</a:t>
            </a:r>
            <a:endParaRPr/>
          </a:p>
          <a:p>
            <a:pPr indent="0" lvl="0" marL="0" rtl="0" algn="ctr">
              <a:lnSpc>
                <a:spcPct val="90000"/>
              </a:lnSpc>
              <a:spcBef>
                <a:spcPts val="1000"/>
              </a:spcBef>
              <a:spcAft>
                <a:spcPts val="0"/>
              </a:spcAft>
              <a:buClr>
                <a:schemeClr val="dk1"/>
              </a:buClr>
              <a:buSzPct val="100000"/>
              <a:buNone/>
            </a:pPr>
            <a:r>
              <a:rPr b="0" lang="en-GB" sz="4000"/>
              <a:t>Pseudocode</a:t>
            </a:r>
            <a:endParaRPr/>
          </a:p>
          <a:p>
            <a:pPr indent="0" lvl="0" marL="0" rtl="0" algn="ctr">
              <a:lnSpc>
                <a:spcPct val="90000"/>
              </a:lnSpc>
              <a:spcBef>
                <a:spcPts val="1000"/>
              </a:spcBef>
              <a:spcAft>
                <a:spcPts val="0"/>
              </a:spcAft>
              <a:buClr>
                <a:schemeClr val="dk1"/>
              </a:buClr>
              <a:buSzPct val="100000"/>
              <a:buNone/>
            </a:pPr>
            <a:r>
              <a:rPr b="0" lang="en-GB" sz="4000"/>
              <a:t>Pseudocode Keywords</a:t>
            </a:r>
            <a:endParaRPr/>
          </a:p>
          <a:p>
            <a:pPr indent="0" lvl="0" marL="0" rtl="0" algn="ctr">
              <a:lnSpc>
                <a:spcPct val="90000"/>
              </a:lnSpc>
              <a:spcBef>
                <a:spcPts val="1000"/>
              </a:spcBef>
              <a:spcAft>
                <a:spcPts val="0"/>
              </a:spcAft>
              <a:buClr>
                <a:schemeClr val="dk1"/>
              </a:buClr>
              <a:buSzPct val="100000"/>
              <a:buNone/>
            </a:pPr>
            <a:r>
              <a:rPr b="0" lang="en-GB" sz="4000"/>
              <a:t>Exercise and Example</a:t>
            </a:r>
            <a:endParaRPr/>
          </a:p>
          <a:p>
            <a:pPr indent="0" lvl="0" marL="0" rtl="0" algn="ctr">
              <a:lnSpc>
                <a:spcPct val="90000"/>
              </a:lnSpc>
              <a:spcBef>
                <a:spcPts val="1000"/>
              </a:spcBef>
              <a:spcAft>
                <a:spcPts val="0"/>
              </a:spcAft>
              <a:buClr>
                <a:schemeClr val="dk1"/>
              </a:buClr>
              <a:buSzPct val="100000"/>
              <a:buNone/>
            </a:pPr>
            <a:r>
              <a:rPr b="0" lang="en-GB" sz="4000"/>
              <a:t>Flowchart Basic Symbols</a:t>
            </a:r>
            <a:endParaRPr/>
          </a:p>
          <a:p>
            <a:pPr indent="0" lvl="0" marL="0" rtl="0" algn="ctr">
              <a:lnSpc>
                <a:spcPct val="90000"/>
              </a:lnSpc>
              <a:spcBef>
                <a:spcPts val="1000"/>
              </a:spcBef>
              <a:spcAft>
                <a:spcPts val="0"/>
              </a:spcAft>
              <a:buClr>
                <a:schemeClr val="dk1"/>
              </a:buClr>
              <a:buSzPct val="100000"/>
              <a:buNone/>
            </a:pPr>
            <a:r>
              <a:rPr b="0" lang="en-GB" sz="4000"/>
              <a:t>Flowchart Advanced Symbols</a:t>
            </a:r>
            <a:endParaRPr/>
          </a:p>
          <a:p>
            <a:pPr indent="0" lvl="0" marL="0" rtl="0" algn="ctr">
              <a:lnSpc>
                <a:spcPct val="90000"/>
              </a:lnSpc>
              <a:spcBef>
                <a:spcPts val="1000"/>
              </a:spcBef>
              <a:spcAft>
                <a:spcPts val="0"/>
              </a:spcAft>
              <a:buClr>
                <a:schemeClr val="dk1"/>
              </a:buClr>
              <a:buSzPct val="100000"/>
              <a:buNone/>
            </a:pPr>
            <a:r>
              <a:rPr b="0" lang="en-GB" sz="4000"/>
              <a:t>Example and Exercise</a:t>
            </a:r>
            <a:endParaRPr/>
          </a:p>
          <a:p>
            <a:pPr indent="0" lvl="0" marL="0" rtl="0" algn="ctr">
              <a:lnSpc>
                <a:spcPct val="90000"/>
              </a:lnSpc>
              <a:spcBef>
                <a:spcPts val="1000"/>
              </a:spcBef>
              <a:spcAft>
                <a:spcPts val="0"/>
              </a:spcAft>
              <a:buClr>
                <a:schemeClr val="dk1"/>
              </a:buClr>
              <a:buSzPct val="100000"/>
              <a:buNone/>
            </a:pPr>
            <a:r>
              <a:rPr b="0" lang="en-GB" sz="4000"/>
              <a:t>Flow of Control</a:t>
            </a:r>
            <a:endParaRPr/>
          </a:p>
          <a:p>
            <a:pPr indent="0" lvl="0" marL="0" rtl="0" algn="ctr">
              <a:lnSpc>
                <a:spcPct val="90000"/>
              </a:lnSpc>
              <a:spcBef>
                <a:spcPts val="1000"/>
              </a:spcBef>
              <a:spcAft>
                <a:spcPts val="0"/>
              </a:spcAft>
              <a:buClr>
                <a:schemeClr val="dk1"/>
              </a:buClr>
              <a:buSzPct val="100000"/>
              <a:buNone/>
            </a:pPr>
            <a:r>
              <a:rPr b="0" lang="en-GB" sz="4000"/>
              <a:t>Flow of Control –Sequential</a:t>
            </a:r>
            <a:endParaRPr/>
          </a:p>
          <a:p>
            <a:pPr indent="0" lvl="0" marL="0" rtl="0" algn="ctr">
              <a:lnSpc>
                <a:spcPct val="90000"/>
              </a:lnSpc>
              <a:spcBef>
                <a:spcPts val="1000"/>
              </a:spcBef>
              <a:spcAft>
                <a:spcPts val="0"/>
              </a:spcAft>
              <a:buClr>
                <a:schemeClr val="dk1"/>
              </a:buClr>
              <a:buSzPct val="100000"/>
              <a:buNone/>
            </a:pPr>
            <a:r>
              <a:rPr b="0" lang="en-GB" sz="4000"/>
              <a:t>Flow of Control –Selection</a:t>
            </a:r>
            <a:endParaRPr/>
          </a:p>
          <a:p>
            <a:pPr indent="0" lvl="0" marL="0" rtl="0" algn="ctr">
              <a:lnSpc>
                <a:spcPct val="90000"/>
              </a:lnSpc>
              <a:spcBef>
                <a:spcPts val="1000"/>
              </a:spcBef>
              <a:spcAft>
                <a:spcPts val="0"/>
              </a:spcAft>
              <a:buClr>
                <a:schemeClr val="dk1"/>
              </a:buClr>
              <a:buSzPct val="100000"/>
              <a:buNone/>
            </a:pPr>
            <a:r>
              <a:rPr b="0" lang="en-GB" sz="4000"/>
              <a:t>Flow of Control –Repetative</a:t>
            </a:r>
            <a:endParaRPr b="0" sz="4000"/>
          </a:p>
          <a:p>
            <a:pPr indent="0" lvl="0" marL="0" rtl="0" algn="ctr">
              <a:lnSpc>
                <a:spcPct val="90000"/>
              </a:lnSpc>
              <a:spcBef>
                <a:spcPts val="1000"/>
              </a:spcBef>
              <a:spcAft>
                <a:spcPts val="0"/>
              </a:spcAft>
              <a:buClr>
                <a:schemeClr val="dk1"/>
              </a:buClr>
              <a:buSzPct val="100000"/>
              <a:buNone/>
            </a:pPr>
            <a:r>
              <a:rPr b="0" lang="en-GB" sz="4000"/>
              <a:t>Using Algorithm and Flow Chart </a:t>
            </a:r>
            <a:endParaRPr/>
          </a:p>
          <a:p>
            <a:pPr indent="0" lvl="0" marL="0" rtl="0" algn="ctr">
              <a:lnSpc>
                <a:spcPct val="90000"/>
              </a:lnSpc>
              <a:spcBef>
                <a:spcPts val="1000"/>
              </a:spcBef>
              <a:spcAft>
                <a:spcPts val="0"/>
              </a:spcAft>
              <a:buClr>
                <a:schemeClr val="dk1"/>
              </a:buClr>
              <a:buSzPct val="100000"/>
              <a:buNone/>
            </a:pPr>
            <a:r>
              <a:rPr lang="en-GB" sz="4000"/>
              <a:t>Exercise and Example</a:t>
            </a:r>
            <a:endParaRPr/>
          </a:p>
          <a:p>
            <a:pPr indent="0" lvl="0" marL="0" rtl="0" algn="ctr">
              <a:lnSpc>
                <a:spcPct val="90000"/>
              </a:lnSpc>
              <a:spcBef>
                <a:spcPts val="1000"/>
              </a:spcBef>
              <a:spcAft>
                <a:spcPts val="0"/>
              </a:spcAft>
              <a:buClr>
                <a:schemeClr val="dk1"/>
              </a:buClr>
              <a:buSzPct val="100000"/>
              <a:buNone/>
            </a:pPr>
            <a:r>
              <a:rPr lang="en-GB" sz="4000"/>
              <a:t>Assignments</a:t>
            </a:r>
            <a:endParaRPr/>
          </a:p>
          <a:p>
            <a:pPr indent="0" lvl="0" marL="0" rtl="0" algn="ctr">
              <a:lnSpc>
                <a:spcPct val="90000"/>
              </a:lnSpc>
              <a:spcBef>
                <a:spcPts val="1000"/>
              </a:spcBef>
              <a:spcAft>
                <a:spcPts val="0"/>
              </a:spcAft>
              <a:buClr>
                <a:schemeClr val="dk1"/>
              </a:buClr>
              <a:buSzPct val="100000"/>
              <a:buNone/>
            </a:pPr>
            <a:r>
              <a:t/>
            </a:r>
            <a:endParaRPr sz="1500"/>
          </a:p>
          <a:p>
            <a:pPr indent="0" lvl="0" marL="0" rtl="0" algn="ctr">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40"/>
          <p:cNvPicPr preferRelativeResize="0"/>
          <p:nvPr/>
        </p:nvPicPr>
        <p:blipFill rotWithShape="1">
          <a:blip r:embed="rId3">
            <a:alphaModFix/>
          </a:blip>
          <a:srcRect b="0" l="0" r="0" t="0"/>
          <a:stretch/>
        </p:blipFill>
        <p:spPr>
          <a:xfrm>
            <a:off x="3305752" y="1580072"/>
            <a:ext cx="5591577" cy="36791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