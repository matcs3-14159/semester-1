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embeddedFontLst>
    <p:embeddedFont>
      <p:font typeface="Noto Sans Symbols"/>
      <p:regular r:id="rId38"/>
      <p:bold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NotoSansSymbols-bold.fntdata"/><Relationship Id="rId16" Type="http://schemas.openxmlformats.org/officeDocument/2006/relationships/slide" Target="slides/slide11.xml"/><Relationship Id="rId38" Type="http://schemas.openxmlformats.org/officeDocument/2006/relationships/font" Target="fonts/NotoSansSymbols-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8" name="Google Shape;4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bdec966ff8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3bdec966ff8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bdec966ff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bdec966ff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bdec966ff8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bdec966ff8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bdec966ff8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bdec966ff8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bdec966ff8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bdec966ff8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bdec966ff8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bdec966ff8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bdec966ff8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bdec966ff8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bdec966ff8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bdec966ff8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bdec966ff8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bdec966ff8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bdec966ff8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bdec966ff8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bdec966ff8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bdec966ff8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bdec966ff8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bdec966ff8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bdec966ff8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bdec966ff8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bdec966ff8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bdec966ff8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bdec966ff8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bdec966ff8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bdec966ff8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bdec966ff8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bdec966ff8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bdec966ff8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bdec966ff8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bdec966ff8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bdec966ff8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bdec966ff8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bdec966ff8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bdec966ff8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bdec966ff8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bdec966ff8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bdec966ff8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bdec966ff8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bdec966ff8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bdec966ff8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bdec966ff8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bdec966ff8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bdec966ff8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bdec966ff8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bdec966ff8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bdec966ff8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bdec966ff8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bdec966ff8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bdec966ff8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bdec966ff8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bdec966ff8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bdec966ff8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bdec966ff8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bdec966ff8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bdec966ff8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bdec966ff8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4" name="Shape 14"/>
        <p:cNvGrpSpPr/>
        <p:nvPr/>
      </p:nvGrpSpPr>
      <p:grpSpPr>
        <a:xfrm>
          <a:off x="0" y="0"/>
          <a:ext cx="0" cy="0"/>
          <a:chOff x="0" y="0"/>
          <a:chExt cx="0" cy="0"/>
        </a:xfrm>
      </p:grpSpPr>
      <p:sp>
        <p:nvSpPr>
          <p:cNvPr id="15" name="Google Shape;15;p2"/>
          <p:cNvSpPr txBox="1"/>
          <p:nvPr>
            <p:ph type="title"/>
          </p:nvPr>
        </p:nvSpPr>
        <p:spPr>
          <a:xfrm>
            <a:off x="380618" y="396621"/>
            <a:ext cx="8382900" cy="4767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1" i="1" sz="3000" u="sng">
                <a:solidFill>
                  <a:schemeClr val="dk1"/>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 name="Google Shape;16;p2"/>
          <p:cNvSpPr txBox="1"/>
          <p:nvPr>
            <p:ph idx="1" type="body"/>
          </p:nvPr>
        </p:nvSpPr>
        <p:spPr>
          <a:xfrm>
            <a:off x="309371" y="1102537"/>
            <a:ext cx="8353500" cy="12534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b="0" i="0" sz="1800">
                <a:solidFill>
                  <a:schemeClr val="dk1"/>
                </a:solidFill>
                <a:latin typeface="Calibri"/>
                <a:ea typeface="Calibri"/>
                <a:cs typeface="Calibri"/>
                <a:sym typeface="Calibri"/>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17" name="Google Shape;17;p2"/>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 name="Google Shape;18;p2"/>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Google Shape;19;p2"/>
          <p:cNvSpPr txBox="1"/>
          <p:nvPr>
            <p:ph idx="12" type="sldNum"/>
          </p:nvPr>
        </p:nvSpPr>
        <p:spPr>
          <a:xfrm>
            <a:off x="8302180" y="4847654"/>
            <a:ext cx="182400" cy="138600"/>
          </a:xfrm>
          <a:prstGeom prst="rect">
            <a:avLst/>
          </a:prstGeom>
          <a:noFill/>
          <a:ln>
            <a:noFill/>
          </a:ln>
        </p:spPr>
        <p:txBody>
          <a:bodyPr anchorCtr="0" anchor="t" bIns="0" lIns="0" spcFirstLastPara="1" rIns="0" wrap="square" tIns="0">
            <a:spAutoFit/>
          </a:bodyPr>
          <a:lstStyle>
            <a:lvl1pPr indent="0" lvl="0" marL="25400">
              <a:lnSpc>
                <a:spcPct val="103333"/>
              </a:lnSpc>
              <a:spcBef>
                <a:spcPts val="0"/>
              </a:spcBef>
              <a:buNone/>
              <a:defRPr b="0" i="0" sz="900">
                <a:solidFill>
                  <a:srgbClr val="878787"/>
                </a:solidFill>
                <a:latin typeface="Calibri"/>
                <a:ea typeface="Calibri"/>
                <a:cs typeface="Calibri"/>
                <a:sym typeface="Calibri"/>
              </a:defRPr>
            </a:lvl1pPr>
            <a:lvl2pPr indent="0" lvl="1" marL="25400">
              <a:lnSpc>
                <a:spcPct val="103333"/>
              </a:lnSpc>
              <a:spcBef>
                <a:spcPts val="0"/>
              </a:spcBef>
              <a:buNone/>
              <a:defRPr b="0" i="0" sz="900">
                <a:solidFill>
                  <a:srgbClr val="878787"/>
                </a:solidFill>
                <a:latin typeface="Calibri"/>
                <a:ea typeface="Calibri"/>
                <a:cs typeface="Calibri"/>
                <a:sym typeface="Calibri"/>
              </a:defRPr>
            </a:lvl2pPr>
            <a:lvl3pPr indent="0" lvl="2" marL="25400">
              <a:lnSpc>
                <a:spcPct val="103333"/>
              </a:lnSpc>
              <a:spcBef>
                <a:spcPts val="0"/>
              </a:spcBef>
              <a:buNone/>
              <a:defRPr b="0" i="0" sz="900">
                <a:solidFill>
                  <a:srgbClr val="878787"/>
                </a:solidFill>
                <a:latin typeface="Calibri"/>
                <a:ea typeface="Calibri"/>
                <a:cs typeface="Calibri"/>
                <a:sym typeface="Calibri"/>
              </a:defRPr>
            </a:lvl3pPr>
            <a:lvl4pPr indent="0" lvl="3" marL="25400">
              <a:lnSpc>
                <a:spcPct val="103333"/>
              </a:lnSpc>
              <a:spcBef>
                <a:spcPts val="0"/>
              </a:spcBef>
              <a:buNone/>
              <a:defRPr b="0" i="0" sz="900">
                <a:solidFill>
                  <a:srgbClr val="878787"/>
                </a:solidFill>
                <a:latin typeface="Calibri"/>
                <a:ea typeface="Calibri"/>
                <a:cs typeface="Calibri"/>
                <a:sym typeface="Calibri"/>
              </a:defRPr>
            </a:lvl4pPr>
            <a:lvl5pPr indent="0" lvl="4" marL="25400">
              <a:lnSpc>
                <a:spcPct val="103333"/>
              </a:lnSpc>
              <a:spcBef>
                <a:spcPts val="0"/>
              </a:spcBef>
              <a:buNone/>
              <a:defRPr b="0" i="0" sz="900">
                <a:solidFill>
                  <a:srgbClr val="878787"/>
                </a:solidFill>
                <a:latin typeface="Calibri"/>
                <a:ea typeface="Calibri"/>
                <a:cs typeface="Calibri"/>
                <a:sym typeface="Calibri"/>
              </a:defRPr>
            </a:lvl5pPr>
            <a:lvl6pPr indent="0" lvl="5" marL="25400">
              <a:lnSpc>
                <a:spcPct val="103333"/>
              </a:lnSpc>
              <a:spcBef>
                <a:spcPts val="0"/>
              </a:spcBef>
              <a:buNone/>
              <a:defRPr b="0" i="0" sz="900">
                <a:solidFill>
                  <a:srgbClr val="878787"/>
                </a:solidFill>
                <a:latin typeface="Calibri"/>
                <a:ea typeface="Calibri"/>
                <a:cs typeface="Calibri"/>
                <a:sym typeface="Calibri"/>
              </a:defRPr>
            </a:lvl6pPr>
            <a:lvl7pPr indent="0" lvl="6" marL="25400">
              <a:lnSpc>
                <a:spcPct val="103333"/>
              </a:lnSpc>
              <a:spcBef>
                <a:spcPts val="0"/>
              </a:spcBef>
              <a:buNone/>
              <a:defRPr b="0" i="0" sz="900">
                <a:solidFill>
                  <a:srgbClr val="878787"/>
                </a:solidFill>
                <a:latin typeface="Calibri"/>
                <a:ea typeface="Calibri"/>
                <a:cs typeface="Calibri"/>
                <a:sym typeface="Calibri"/>
              </a:defRPr>
            </a:lvl7pPr>
            <a:lvl8pPr indent="0" lvl="7" marL="25400">
              <a:lnSpc>
                <a:spcPct val="103333"/>
              </a:lnSpc>
              <a:spcBef>
                <a:spcPts val="0"/>
              </a:spcBef>
              <a:buNone/>
              <a:defRPr b="0" i="0" sz="900">
                <a:solidFill>
                  <a:srgbClr val="878787"/>
                </a:solidFill>
                <a:latin typeface="Calibri"/>
                <a:ea typeface="Calibri"/>
                <a:cs typeface="Calibri"/>
                <a:sym typeface="Calibri"/>
              </a:defRPr>
            </a:lvl8pPr>
            <a:lvl9pPr indent="0" lvl="8" marL="25400">
              <a:lnSpc>
                <a:spcPct val="103333"/>
              </a:lnSpc>
              <a:spcBef>
                <a:spcPts val="0"/>
              </a:spcBef>
              <a:buNone/>
              <a:defRPr b="0" i="0" sz="900">
                <a:solidFill>
                  <a:srgbClr val="878787"/>
                </a:solidFill>
                <a:latin typeface="Calibri"/>
                <a:ea typeface="Calibri"/>
                <a:cs typeface="Calibri"/>
                <a:sym typeface="Calibri"/>
              </a:defRPr>
            </a:lvl9pPr>
          </a:lstStyle>
          <a:p>
            <a:pPr indent="0" lvl="0" marL="2540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0" name="Shape 20"/>
        <p:cNvGrpSpPr/>
        <p:nvPr/>
      </p:nvGrpSpPr>
      <p:grpSpPr>
        <a:xfrm>
          <a:off x="0" y="0"/>
          <a:ext cx="0" cy="0"/>
          <a:chOff x="0" y="0"/>
          <a:chExt cx="0" cy="0"/>
        </a:xfrm>
      </p:grpSpPr>
      <p:sp>
        <p:nvSpPr>
          <p:cNvPr id="21" name="Google Shape;21;p3"/>
          <p:cNvSpPr txBox="1"/>
          <p:nvPr>
            <p:ph type="ctrTitle"/>
          </p:nvPr>
        </p:nvSpPr>
        <p:spPr>
          <a:xfrm>
            <a:off x="393191" y="245554"/>
            <a:ext cx="1633200" cy="636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1" i="1" sz="3000" u="sng">
                <a:solidFill>
                  <a:schemeClr val="dk1"/>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2" name="Google Shape;22;p3"/>
          <p:cNvSpPr txBox="1"/>
          <p:nvPr>
            <p:ph idx="1" type="subTitle"/>
          </p:nvPr>
        </p:nvSpPr>
        <p:spPr>
          <a:xfrm>
            <a:off x="1371600" y="2880360"/>
            <a:ext cx="6400800" cy="12858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1800">
                <a:solidFill>
                  <a:schemeClr val="dk1"/>
                </a:solidFill>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3" name="Google Shape;23;p3"/>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 name="Google Shape;24;p3"/>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Google Shape;25;p3"/>
          <p:cNvSpPr txBox="1"/>
          <p:nvPr>
            <p:ph idx="12" type="sldNum"/>
          </p:nvPr>
        </p:nvSpPr>
        <p:spPr>
          <a:xfrm>
            <a:off x="8302180" y="4847654"/>
            <a:ext cx="182400" cy="138600"/>
          </a:xfrm>
          <a:prstGeom prst="rect">
            <a:avLst/>
          </a:prstGeom>
          <a:noFill/>
          <a:ln>
            <a:noFill/>
          </a:ln>
        </p:spPr>
        <p:txBody>
          <a:bodyPr anchorCtr="0" anchor="t" bIns="0" lIns="0" spcFirstLastPara="1" rIns="0" wrap="square" tIns="0">
            <a:spAutoFit/>
          </a:bodyPr>
          <a:lstStyle>
            <a:lvl1pPr indent="0" lvl="0" marL="25400">
              <a:lnSpc>
                <a:spcPct val="103333"/>
              </a:lnSpc>
              <a:spcBef>
                <a:spcPts val="0"/>
              </a:spcBef>
              <a:buNone/>
              <a:defRPr b="0" i="0" sz="900">
                <a:solidFill>
                  <a:srgbClr val="878787"/>
                </a:solidFill>
                <a:latin typeface="Calibri"/>
                <a:ea typeface="Calibri"/>
                <a:cs typeface="Calibri"/>
                <a:sym typeface="Calibri"/>
              </a:defRPr>
            </a:lvl1pPr>
            <a:lvl2pPr indent="0" lvl="1" marL="25400">
              <a:lnSpc>
                <a:spcPct val="103333"/>
              </a:lnSpc>
              <a:spcBef>
                <a:spcPts val="0"/>
              </a:spcBef>
              <a:buNone/>
              <a:defRPr b="0" i="0" sz="900">
                <a:solidFill>
                  <a:srgbClr val="878787"/>
                </a:solidFill>
                <a:latin typeface="Calibri"/>
                <a:ea typeface="Calibri"/>
                <a:cs typeface="Calibri"/>
                <a:sym typeface="Calibri"/>
              </a:defRPr>
            </a:lvl2pPr>
            <a:lvl3pPr indent="0" lvl="2" marL="25400">
              <a:lnSpc>
                <a:spcPct val="103333"/>
              </a:lnSpc>
              <a:spcBef>
                <a:spcPts val="0"/>
              </a:spcBef>
              <a:buNone/>
              <a:defRPr b="0" i="0" sz="900">
                <a:solidFill>
                  <a:srgbClr val="878787"/>
                </a:solidFill>
                <a:latin typeface="Calibri"/>
                <a:ea typeface="Calibri"/>
                <a:cs typeface="Calibri"/>
                <a:sym typeface="Calibri"/>
              </a:defRPr>
            </a:lvl3pPr>
            <a:lvl4pPr indent="0" lvl="3" marL="25400">
              <a:lnSpc>
                <a:spcPct val="103333"/>
              </a:lnSpc>
              <a:spcBef>
                <a:spcPts val="0"/>
              </a:spcBef>
              <a:buNone/>
              <a:defRPr b="0" i="0" sz="900">
                <a:solidFill>
                  <a:srgbClr val="878787"/>
                </a:solidFill>
                <a:latin typeface="Calibri"/>
                <a:ea typeface="Calibri"/>
                <a:cs typeface="Calibri"/>
                <a:sym typeface="Calibri"/>
              </a:defRPr>
            </a:lvl4pPr>
            <a:lvl5pPr indent="0" lvl="4" marL="25400">
              <a:lnSpc>
                <a:spcPct val="103333"/>
              </a:lnSpc>
              <a:spcBef>
                <a:spcPts val="0"/>
              </a:spcBef>
              <a:buNone/>
              <a:defRPr b="0" i="0" sz="900">
                <a:solidFill>
                  <a:srgbClr val="878787"/>
                </a:solidFill>
                <a:latin typeface="Calibri"/>
                <a:ea typeface="Calibri"/>
                <a:cs typeface="Calibri"/>
                <a:sym typeface="Calibri"/>
              </a:defRPr>
            </a:lvl5pPr>
            <a:lvl6pPr indent="0" lvl="5" marL="25400">
              <a:lnSpc>
                <a:spcPct val="103333"/>
              </a:lnSpc>
              <a:spcBef>
                <a:spcPts val="0"/>
              </a:spcBef>
              <a:buNone/>
              <a:defRPr b="0" i="0" sz="900">
                <a:solidFill>
                  <a:srgbClr val="878787"/>
                </a:solidFill>
                <a:latin typeface="Calibri"/>
                <a:ea typeface="Calibri"/>
                <a:cs typeface="Calibri"/>
                <a:sym typeface="Calibri"/>
              </a:defRPr>
            </a:lvl6pPr>
            <a:lvl7pPr indent="0" lvl="6" marL="25400">
              <a:lnSpc>
                <a:spcPct val="103333"/>
              </a:lnSpc>
              <a:spcBef>
                <a:spcPts val="0"/>
              </a:spcBef>
              <a:buNone/>
              <a:defRPr b="0" i="0" sz="900">
                <a:solidFill>
                  <a:srgbClr val="878787"/>
                </a:solidFill>
                <a:latin typeface="Calibri"/>
                <a:ea typeface="Calibri"/>
                <a:cs typeface="Calibri"/>
                <a:sym typeface="Calibri"/>
              </a:defRPr>
            </a:lvl7pPr>
            <a:lvl8pPr indent="0" lvl="7" marL="25400">
              <a:lnSpc>
                <a:spcPct val="103333"/>
              </a:lnSpc>
              <a:spcBef>
                <a:spcPts val="0"/>
              </a:spcBef>
              <a:buNone/>
              <a:defRPr b="0" i="0" sz="900">
                <a:solidFill>
                  <a:srgbClr val="878787"/>
                </a:solidFill>
                <a:latin typeface="Calibri"/>
                <a:ea typeface="Calibri"/>
                <a:cs typeface="Calibri"/>
                <a:sym typeface="Calibri"/>
              </a:defRPr>
            </a:lvl8pPr>
            <a:lvl9pPr indent="0" lvl="8" marL="25400">
              <a:lnSpc>
                <a:spcPct val="103333"/>
              </a:lnSpc>
              <a:spcBef>
                <a:spcPts val="0"/>
              </a:spcBef>
              <a:buNone/>
              <a:defRPr b="0" i="0" sz="900">
                <a:solidFill>
                  <a:srgbClr val="878787"/>
                </a:solidFill>
                <a:latin typeface="Calibri"/>
                <a:ea typeface="Calibri"/>
                <a:cs typeface="Calibri"/>
                <a:sym typeface="Calibri"/>
              </a:defRPr>
            </a:lvl9pPr>
          </a:lstStyle>
          <a:p>
            <a:pPr indent="0" lvl="0" marL="2540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6" name="Shape 26"/>
        <p:cNvGrpSpPr/>
        <p:nvPr/>
      </p:nvGrpSpPr>
      <p:grpSpPr>
        <a:xfrm>
          <a:off x="0" y="0"/>
          <a:ext cx="0" cy="0"/>
          <a:chOff x="0" y="0"/>
          <a:chExt cx="0" cy="0"/>
        </a:xfrm>
      </p:grpSpPr>
      <p:sp>
        <p:nvSpPr>
          <p:cNvPr id="27" name="Google Shape;27;p4"/>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8" name="Google Shape;28;p4"/>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9" name="Google Shape;29;p4"/>
          <p:cNvSpPr txBox="1"/>
          <p:nvPr>
            <p:ph idx="12" type="sldNum"/>
          </p:nvPr>
        </p:nvSpPr>
        <p:spPr>
          <a:xfrm>
            <a:off x="8302180" y="4847654"/>
            <a:ext cx="182400" cy="138600"/>
          </a:xfrm>
          <a:prstGeom prst="rect">
            <a:avLst/>
          </a:prstGeom>
          <a:noFill/>
          <a:ln>
            <a:noFill/>
          </a:ln>
        </p:spPr>
        <p:txBody>
          <a:bodyPr anchorCtr="0" anchor="t" bIns="0" lIns="0" spcFirstLastPara="1" rIns="0" wrap="square" tIns="0">
            <a:spAutoFit/>
          </a:bodyPr>
          <a:lstStyle>
            <a:lvl1pPr indent="0" lvl="0" marL="25400">
              <a:lnSpc>
                <a:spcPct val="103333"/>
              </a:lnSpc>
              <a:spcBef>
                <a:spcPts val="0"/>
              </a:spcBef>
              <a:buNone/>
              <a:defRPr b="0" i="0" sz="900">
                <a:solidFill>
                  <a:srgbClr val="878787"/>
                </a:solidFill>
                <a:latin typeface="Calibri"/>
                <a:ea typeface="Calibri"/>
                <a:cs typeface="Calibri"/>
                <a:sym typeface="Calibri"/>
              </a:defRPr>
            </a:lvl1pPr>
            <a:lvl2pPr indent="0" lvl="1" marL="25400">
              <a:lnSpc>
                <a:spcPct val="103333"/>
              </a:lnSpc>
              <a:spcBef>
                <a:spcPts val="0"/>
              </a:spcBef>
              <a:buNone/>
              <a:defRPr b="0" i="0" sz="900">
                <a:solidFill>
                  <a:srgbClr val="878787"/>
                </a:solidFill>
                <a:latin typeface="Calibri"/>
                <a:ea typeface="Calibri"/>
                <a:cs typeface="Calibri"/>
                <a:sym typeface="Calibri"/>
              </a:defRPr>
            </a:lvl2pPr>
            <a:lvl3pPr indent="0" lvl="2" marL="25400">
              <a:lnSpc>
                <a:spcPct val="103333"/>
              </a:lnSpc>
              <a:spcBef>
                <a:spcPts val="0"/>
              </a:spcBef>
              <a:buNone/>
              <a:defRPr b="0" i="0" sz="900">
                <a:solidFill>
                  <a:srgbClr val="878787"/>
                </a:solidFill>
                <a:latin typeface="Calibri"/>
                <a:ea typeface="Calibri"/>
                <a:cs typeface="Calibri"/>
                <a:sym typeface="Calibri"/>
              </a:defRPr>
            </a:lvl3pPr>
            <a:lvl4pPr indent="0" lvl="3" marL="25400">
              <a:lnSpc>
                <a:spcPct val="103333"/>
              </a:lnSpc>
              <a:spcBef>
                <a:spcPts val="0"/>
              </a:spcBef>
              <a:buNone/>
              <a:defRPr b="0" i="0" sz="900">
                <a:solidFill>
                  <a:srgbClr val="878787"/>
                </a:solidFill>
                <a:latin typeface="Calibri"/>
                <a:ea typeface="Calibri"/>
                <a:cs typeface="Calibri"/>
                <a:sym typeface="Calibri"/>
              </a:defRPr>
            </a:lvl4pPr>
            <a:lvl5pPr indent="0" lvl="4" marL="25400">
              <a:lnSpc>
                <a:spcPct val="103333"/>
              </a:lnSpc>
              <a:spcBef>
                <a:spcPts val="0"/>
              </a:spcBef>
              <a:buNone/>
              <a:defRPr b="0" i="0" sz="900">
                <a:solidFill>
                  <a:srgbClr val="878787"/>
                </a:solidFill>
                <a:latin typeface="Calibri"/>
                <a:ea typeface="Calibri"/>
                <a:cs typeface="Calibri"/>
                <a:sym typeface="Calibri"/>
              </a:defRPr>
            </a:lvl5pPr>
            <a:lvl6pPr indent="0" lvl="5" marL="25400">
              <a:lnSpc>
                <a:spcPct val="103333"/>
              </a:lnSpc>
              <a:spcBef>
                <a:spcPts val="0"/>
              </a:spcBef>
              <a:buNone/>
              <a:defRPr b="0" i="0" sz="900">
                <a:solidFill>
                  <a:srgbClr val="878787"/>
                </a:solidFill>
                <a:latin typeface="Calibri"/>
                <a:ea typeface="Calibri"/>
                <a:cs typeface="Calibri"/>
                <a:sym typeface="Calibri"/>
              </a:defRPr>
            </a:lvl6pPr>
            <a:lvl7pPr indent="0" lvl="6" marL="25400">
              <a:lnSpc>
                <a:spcPct val="103333"/>
              </a:lnSpc>
              <a:spcBef>
                <a:spcPts val="0"/>
              </a:spcBef>
              <a:buNone/>
              <a:defRPr b="0" i="0" sz="900">
                <a:solidFill>
                  <a:srgbClr val="878787"/>
                </a:solidFill>
                <a:latin typeface="Calibri"/>
                <a:ea typeface="Calibri"/>
                <a:cs typeface="Calibri"/>
                <a:sym typeface="Calibri"/>
              </a:defRPr>
            </a:lvl7pPr>
            <a:lvl8pPr indent="0" lvl="7" marL="25400">
              <a:lnSpc>
                <a:spcPct val="103333"/>
              </a:lnSpc>
              <a:spcBef>
                <a:spcPts val="0"/>
              </a:spcBef>
              <a:buNone/>
              <a:defRPr b="0" i="0" sz="900">
                <a:solidFill>
                  <a:srgbClr val="878787"/>
                </a:solidFill>
                <a:latin typeface="Calibri"/>
                <a:ea typeface="Calibri"/>
                <a:cs typeface="Calibri"/>
                <a:sym typeface="Calibri"/>
              </a:defRPr>
            </a:lvl8pPr>
            <a:lvl9pPr indent="0" lvl="8" marL="25400">
              <a:lnSpc>
                <a:spcPct val="103333"/>
              </a:lnSpc>
              <a:spcBef>
                <a:spcPts val="0"/>
              </a:spcBef>
              <a:buNone/>
              <a:defRPr b="0" i="0" sz="900">
                <a:solidFill>
                  <a:srgbClr val="878787"/>
                </a:solidFill>
                <a:latin typeface="Calibri"/>
                <a:ea typeface="Calibri"/>
                <a:cs typeface="Calibri"/>
                <a:sym typeface="Calibri"/>
              </a:defRPr>
            </a:lvl9pPr>
          </a:lstStyle>
          <a:p>
            <a:pPr indent="0" lvl="0" marL="2540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0" name="Shape 30"/>
        <p:cNvGrpSpPr/>
        <p:nvPr/>
      </p:nvGrpSpPr>
      <p:grpSpPr>
        <a:xfrm>
          <a:off x="0" y="0"/>
          <a:ext cx="0" cy="0"/>
          <a:chOff x="0" y="0"/>
          <a:chExt cx="0" cy="0"/>
        </a:xfrm>
      </p:grpSpPr>
      <p:sp>
        <p:nvSpPr>
          <p:cNvPr id="31" name="Google Shape;31;p5"/>
          <p:cNvSpPr txBox="1"/>
          <p:nvPr>
            <p:ph type="title"/>
          </p:nvPr>
        </p:nvSpPr>
        <p:spPr>
          <a:xfrm>
            <a:off x="380618" y="396621"/>
            <a:ext cx="8382900" cy="4767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1" i="1" sz="3000" u="sng">
                <a:solidFill>
                  <a:schemeClr val="dk1"/>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2" name="Google Shape;32;p5"/>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3" name="Google Shape;33;p5"/>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4" name="Google Shape;34;p5"/>
          <p:cNvSpPr txBox="1"/>
          <p:nvPr>
            <p:ph idx="12" type="sldNum"/>
          </p:nvPr>
        </p:nvSpPr>
        <p:spPr>
          <a:xfrm>
            <a:off x="8302180" y="4847654"/>
            <a:ext cx="182400" cy="138600"/>
          </a:xfrm>
          <a:prstGeom prst="rect">
            <a:avLst/>
          </a:prstGeom>
          <a:noFill/>
          <a:ln>
            <a:noFill/>
          </a:ln>
        </p:spPr>
        <p:txBody>
          <a:bodyPr anchorCtr="0" anchor="t" bIns="0" lIns="0" spcFirstLastPara="1" rIns="0" wrap="square" tIns="0">
            <a:spAutoFit/>
          </a:bodyPr>
          <a:lstStyle>
            <a:lvl1pPr indent="0" lvl="0" marL="25400">
              <a:lnSpc>
                <a:spcPct val="103333"/>
              </a:lnSpc>
              <a:spcBef>
                <a:spcPts val="0"/>
              </a:spcBef>
              <a:buNone/>
              <a:defRPr b="0" i="0" sz="900">
                <a:solidFill>
                  <a:srgbClr val="878787"/>
                </a:solidFill>
                <a:latin typeface="Calibri"/>
                <a:ea typeface="Calibri"/>
                <a:cs typeface="Calibri"/>
                <a:sym typeface="Calibri"/>
              </a:defRPr>
            </a:lvl1pPr>
            <a:lvl2pPr indent="0" lvl="1" marL="25400">
              <a:lnSpc>
                <a:spcPct val="103333"/>
              </a:lnSpc>
              <a:spcBef>
                <a:spcPts val="0"/>
              </a:spcBef>
              <a:buNone/>
              <a:defRPr b="0" i="0" sz="900">
                <a:solidFill>
                  <a:srgbClr val="878787"/>
                </a:solidFill>
                <a:latin typeface="Calibri"/>
                <a:ea typeface="Calibri"/>
                <a:cs typeface="Calibri"/>
                <a:sym typeface="Calibri"/>
              </a:defRPr>
            </a:lvl2pPr>
            <a:lvl3pPr indent="0" lvl="2" marL="25400">
              <a:lnSpc>
                <a:spcPct val="103333"/>
              </a:lnSpc>
              <a:spcBef>
                <a:spcPts val="0"/>
              </a:spcBef>
              <a:buNone/>
              <a:defRPr b="0" i="0" sz="900">
                <a:solidFill>
                  <a:srgbClr val="878787"/>
                </a:solidFill>
                <a:latin typeface="Calibri"/>
                <a:ea typeface="Calibri"/>
                <a:cs typeface="Calibri"/>
                <a:sym typeface="Calibri"/>
              </a:defRPr>
            </a:lvl3pPr>
            <a:lvl4pPr indent="0" lvl="3" marL="25400">
              <a:lnSpc>
                <a:spcPct val="103333"/>
              </a:lnSpc>
              <a:spcBef>
                <a:spcPts val="0"/>
              </a:spcBef>
              <a:buNone/>
              <a:defRPr b="0" i="0" sz="900">
                <a:solidFill>
                  <a:srgbClr val="878787"/>
                </a:solidFill>
                <a:latin typeface="Calibri"/>
                <a:ea typeface="Calibri"/>
                <a:cs typeface="Calibri"/>
                <a:sym typeface="Calibri"/>
              </a:defRPr>
            </a:lvl4pPr>
            <a:lvl5pPr indent="0" lvl="4" marL="25400">
              <a:lnSpc>
                <a:spcPct val="103333"/>
              </a:lnSpc>
              <a:spcBef>
                <a:spcPts val="0"/>
              </a:spcBef>
              <a:buNone/>
              <a:defRPr b="0" i="0" sz="900">
                <a:solidFill>
                  <a:srgbClr val="878787"/>
                </a:solidFill>
                <a:latin typeface="Calibri"/>
                <a:ea typeface="Calibri"/>
                <a:cs typeface="Calibri"/>
                <a:sym typeface="Calibri"/>
              </a:defRPr>
            </a:lvl5pPr>
            <a:lvl6pPr indent="0" lvl="5" marL="25400">
              <a:lnSpc>
                <a:spcPct val="103333"/>
              </a:lnSpc>
              <a:spcBef>
                <a:spcPts val="0"/>
              </a:spcBef>
              <a:buNone/>
              <a:defRPr b="0" i="0" sz="900">
                <a:solidFill>
                  <a:srgbClr val="878787"/>
                </a:solidFill>
                <a:latin typeface="Calibri"/>
                <a:ea typeface="Calibri"/>
                <a:cs typeface="Calibri"/>
                <a:sym typeface="Calibri"/>
              </a:defRPr>
            </a:lvl6pPr>
            <a:lvl7pPr indent="0" lvl="6" marL="25400">
              <a:lnSpc>
                <a:spcPct val="103333"/>
              </a:lnSpc>
              <a:spcBef>
                <a:spcPts val="0"/>
              </a:spcBef>
              <a:buNone/>
              <a:defRPr b="0" i="0" sz="900">
                <a:solidFill>
                  <a:srgbClr val="878787"/>
                </a:solidFill>
                <a:latin typeface="Calibri"/>
                <a:ea typeface="Calibri"/>
                <a:cs typeface="Calibri"/>
                <a:sym typeface="Calibri"/>
              </a:defRPr>
            </a:lvl7pPr>
            <a:lvl8pPr indent="0" lvl="7" marL="25400">
              <a:lnSpc>
                <a:spcPct val="103333"/>
              </a:lnSpc>
              <a:spcBef>
                <a:spcPts val="0"/>
              </a:spcBef>
              <a:buNone/>
              <a:defRPr b="0" i="0" sz="900">
                <a:solidFill>
                  <a:srgbClr val="878787"/>
                </a:solidFill>
                <a:latin typeface="Calibri"/>
                <a:ea typeface="Calibri"/>
                <a:cs typeface="Calibri"/>
                <a:sym typeface="Calibri"/>
              </a:defRPr>
            </a:lvl8pPr>
            <a:lvl9pPr indent="0" lvl="8" marL="25400">
              <a:lnSpc>
                <a:spcPct val="103333"/>
              </a:lnSpc>
              <a:spcBef>
                <a:spcPts val="0"/>
              </a:spcBef>
              <a:buNone/>
              <a:defRPr b="0" i="0" sz="900">
                <a:solidFill>
                  <a:srgbClr val="878787"/>
                </a:solidFill>
                <a:latin typeface="Calibri"/>
                <a:ea typeface="Calibri"/>
                <a:cs typeface="Calibri"/>
                <a:sym typeface="Calibri"/>
              </a:defRPr>
            </a:lvl9pPr>
          </a:lstStyle>
          <a:p>
            <a:pPr indent="0" lvl="0" marL="2540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5" name="Shape 35"/>
        <p:cNvGrpSpPr/>
        <p:nvPr/>
      </p:nvGrpSpPr>
      <p:grpSpPr>
        <a:xfrm>
          <a:off x="0" y="0"/>
          <a:ext cx="0" cy="0"/>
          <a:chOff x="0" y="0"/>
          <a:chExt cx="0" cy="0"/>
        </a:xfrm>
      </p:grpSpPr>
      <p:sp>
        <p:nvSpPr>
          <p:cNvPr id="36" name="Google Shape;36;p6"/>
          <p:cNvSpPr txBox="1"/>
          <p:nvPr>
            <p:ph type="title"/>
          </p:nvPr>
        </p:nvSpPr>
        <p:spPr>
          <a:xfrm>
            <a:off x="380618" y="396621"/>
            <a:ext cx="8382900" cy="4767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1" i="1" sz="3000" u="sng">
                <a:solidFill>
                  <a:schemeClr val="dk1"/>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7" name="Google Shape;37;p6"/>
          <p:cNvSpPr txBox="1"/>
          <p:nvPr>
            <p:ph idx="1" type="body"/>
          </p:nvPr>
        </p:nvSpPr>
        <p:spPr>
          <a:xfrm>
            <a:off x="457200" y="1183005"/>
            <a:ext cx="3977700" cy="33948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38" name="Google Shape;38;p6"/>
          <p:cNvSpPr txBox="1"/>
          <p:nvPr>
            <p:ph idx="2" type="body"/>
          </p:nvPr>
        </p:nvSpPr>
        <p:spPr>
          <a:xfrm>
            <a:off x="4709160" y="1183005"/>
            <a:ext cx="3977700" cy="33948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39" name="Google Shape;39;p6"/>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0" name="Google Shape;40;p6"/>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1" name="Google Shape;41;p6"/>
          <p:cNvSpPr txBox="1"/>
          <p:nvPr>
            <p:ph idx="12" type="sldNum"/>
          </p:nvPr>
        </p:nvSpPr>
        <p:spPr>
          <a:xfrm>
            <a:off x="8302180" y="4847654"/>
            <a:ext cx="182400" cy="138600"/>
          </a:xfrm>
          <a:prstGeom prst="rect">
            <a:avLst/>
          </a:prstGeom>
          <a:noFill/>
          <a:ln>
            <a:noFill/>
          </a:ln>
        </p:spPr>
        <p:txBody>
          <a:bodyPr anchorCtr="0" anchor="t" bIns="0" lIns="0" spcFirstLastPara="1" rIns="0" wrap="square" tIns="0">
            <a:spAutoFit/>
          </a:bodyPr>
          <a:lstStyle>
            <a:lvl1pPr indent="0" lvl="0" marL="25400">
              <a:lnSpc>
                <a:spcPct val="103333"/>
              </a:lnSpc>
              <a:spcBef>
                <a:spcPts val="0"/>
              </a:spcBef>
              <a:buNone/>
              <a:defRPr b="0" i="0" sz="900">
                <a:solidFill>
                  <a:srgbClr val="878787"/>
                </a:solidFill>
                <a:latin typeface="Calibri"/>
                <a:ea typeface="Calibri"/>
                <a:cs typeface="Calibri"/>
                <a:sym typeface="Calibri"/>
              </a:defRPr>
            </a:lvl1pPr>
            <a:lvl2pPr indent="0" lvl="1" marL="25400">
              <a:lnSpc>
                <a:spcPct val="103333"/>
              </a:lnSpc>
              <a:spcBef>
                <a:spcPts val="0"/>
              </a:spcBef>
              <a:buNone/>
              <a:defRPr b="0" i="0" sz="900">
                <a:solidFill>
                  <a:srgbClr val="878787"/>
                </a:solidFill>
                <a:latin typeface="Calibri"/>
                <a:ea typeface="Calibri"/>
                <a:cs typeface="Calibri"/>
                <a:sym typeface="Calibri"/>
              </a:defRPr>
            </a:lvl2pPr>
            <a:lvl3pPr indent="0" lvl="2" marL="25400">
              <a:lnSpc>
                <a:spcPct val="103333"/>
              </a:lnSpc>
              <a:spcBef>
                <a:spcPts val="0"/>
              </a:spcBef>
              <a:buNone/>
              <a:defRPr b="0" i="0" sz="900">
                <a:solidFill>
                  <a:srgbClr val="878787"/>
                </a:solidFill>
                <a:latin typeface="Calibri"/>
                <a:ea typeface="Calibri"/>
                <a:cs typeface="Calibri"/>
                <a:sym typeface="Calibri"/>
              </a:defRPr>
            </a:lvl3pPr>
            <a:lvl4pPr indent="0" lvl="3" marL="25400">
              <a:lnSpc>
                <a:spcPct val="103333"/>
              </a:lnSpc>
              <a:spcBef>
                <a:spcPts val="0"/>
              </a:spcBef>
              <a:buNone/>
              <a:defRPr b="0" i="0" sz="900">
                <a:solidFill>
                  <a:srgbClr val="878787"/>
                </a:solidFill>
                <a:latin typeface="Calibri"/>
                <a:ea typeface="Calibri"/>
                <a:cs typeface="Calibri"/>
                <a:sym typeface="Calibri"/>
              </a:defRPr>
            </a:lvl4pPr>
            <a:lvl5pPr indent="0" lvl="4" marL="25400">
              <a:lnSpc>
                <a:spcPct val="103333"/>
              </a:lnSpc>
              <a:spcBef>
                <a:spcPts val="0"/>
              </a:spcBef>
              <a:buNone/>
              <a:defRPr b="0" i="0" sz="900">
                <a:solidFill>
                  <a:srgbClr val="878787"/>
                </a:solidFill>
                <a:latin typeface="Calibri"/>
                <a:ea typeface="Calibri"/>
                <a:cs typeface="Calibri"/>
                <a:sym typeface="Calibri"/>
              </a:defRPr>
            </a:lvl5pPr>
            <a:lvl6pPr indent="0" lvl="5" marL="25400">
              <a:lnSpc>
                <a:spcPct val="103333"/>
              </a:lnSpc>
              <a:spcBef>
                <a:spcPts val="0"/>
              </a:spcBef>
              <a:buNone/>
              <a:defRPr b="0" i="0" sz="900">
                <a:solidFill>
                  <a:srgbClr val="878787"/>
                </a:solidFill>
                <a:latin typeface="Calibri"/>
                <a:ea typeface="Calibri"/>
                <a:cs typeface="Calibri"/>
                <a:sym typeface="Calibri"/>
              </a:defRPr>
            </a:lvl6pPr>
            <a:lvl7pPr indent="0" lvl="6" marL="25400">
              <a:lnSpc>
                <a:spcPct val="103333"/>
              </a:lnSpc>
              <a:spcBef>
                <a:spcPts val="0"/>
              </a:spcBef>
              <a:buNone/>
              <a:defRPr b="0" i="0" sz="900">
                <a:solidFill>
                  <a:srgbClr val="878787"/>
                </a:solidFill>
                <a:latin typeface="Calibri"/>
                <a:ea typeface="Calibri"/>
                <a:cs typeface="Calibri"/>
                <a:sym typeface="Calibri"/>
              </a:defRPr>
            </a:lvl7pPr>
            <a:lvl8pPr indent="0" lvl="7" marL="25400">
              <a:lnSpc>
                <a:spcPct val="103333"/>
              </a:lnSpc>
              <a:spcBef>
                <a:spcPts val="0"/>
              </a:spcBef>
              <a:buNone/>
              <a:defRPr b="0" i="0" sz="900">
                <a:solidFill>
                  <a:srgbClr val="878787"/>
                </a:solidFill>
                <a:latin typeface="Calibri"/>
                <a:ea typeface="Calibri"/>
                <a:cs typeface="Calibri"/>
                <a:sym typeface="Calibri"/>
              </a:defRPr>
            </a:lvl8pPr>
            <a:lvl9pPr indent="0" lvl="8" marL="25400">
              <a:lnSpc>
                <a:spcPct val="103333"/>
              </a:lnSpc>
              <a:spcBef>
                <a:spcPts val="0"/>
              </a:spcBef>
              <a:buNone/>
              <a:defRPr b="0" i="0" sz="900">
                <a:solidFill>
                  <a:srgbClr val="878787"/>
                </a:solidFill>
                <a:latin typeface="Calibri"/>
                <a:ea typeface="Calibri"/>
                <a:cs typeface="Calibri"/>
                <a:sym typeface="Calibri"/>
              </a:defRPr>
            </a:lvl9pPr>
          </a:lstStyle>
          <a:p>
            <a:pPr indent="0" lvl="0" marL="2540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2" name="Shape 42"/>
        <p:cNvGrpSpPr/>
        <p:nvPr/>
      </p:nvGrpSpPr>
      <p:grpSpPr>
        <a:xfrm>
          <a:off x="0" y="0"/>
          <a:ext cx="0" cy="0"/>
          <a:chOff x="0" y="0"/>
          <a:chExt cx="0" cy="0"/>
        </a:xfrm>
      </p:grpSpPr>
      <p:sp>
        <p:nvSpPr>
          <p:cNvPr id="43" name="Google Shape;43;p7"/>
          <p:cNvSpPr txBox="1"/>
          <p:nvPr>
            <p:ph type="ctrTitle"/>
          </p:nvPr>
        </p:nvSpPr>
        <p:spPr>
          <a:xfrm>
            <a:off x="311708" y="744575"/>
            <a:ext cx="8520600" cy="2052600"/>
          </a:xfrm>
          <a:prstGeom prst="rect">
            <a:avLst/>
          </a:prstGeom>
        </p:spPr>
        <p:txBody>
          <a:bodyPr anchorCtr="0" anchor="b" bIns="0" lIns="0" spcFirstLastPara="1" rIns="0" wrap="square" tIns="0">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4" name="Google Shape;44;p7"/>
          <p:cNvSpPr txBox="1"/>
          <p:nvPr>
            <p:ph idx="1" type="subTitle"/>
          </p:nvPr>
        </p:nvSpPr>
        <p:spPr>
          <a:xfrm>
            <a:off x="311700" y="2834125"/>
            <a:ext cx="8520600" cy="792600"/>
          </a:xfrm>
          <a:prstGeom prst="rect">
            <a:avLst/>
          </a:prstGeom>
        </p:spPr>
        <p:txBody>
          <a:bodyPr anchorCtr="0" anchor="t" bIns="0" lIns="0" spcFirstLastPara="1" rIns="0" wrap="square" tIns="0">
            <a:sp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5" name="Google Shape;45;p7"/>
          <p:cNvSpPr txBox="1"/>
          <p:nvPr>
            <p:ph idx="12" type="sldNum"/>
          </p:nvPr>
        </p:nvSpPr>
        <p:spPr>
          <a:xfrm>
            <a:off x="8472458" y="4663217"/>
            <a:ext cx="548700" cy="138600"/>
          </a:xfrm>
          <a:prstGeom prst="rect">
            <a:avLst/>
          </a:prstGeom>
        </p:spPr>
        <p:txBody>
          <a:bodyPr anchorCtr="0" anchor="t" bIns="0" lIns="0" spcFirstLastPara="1" rIns="0" wrap="square" tIns="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2540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jpg"/><Relationship Id="rId3" Type="http://schemas.openxmlformats.org/officeDocument/2006/relationships/image" Target="../media/image13.jpg"/><Relationship Id="rId4" Type="http://schemas.openxmlformats.org/officeDocument/2006/relationships/slideLayout" Target="../slideLayouts/slideLayout1.xml"/><Relationship Id="rId10" Type="http://schemas.openxmlformats.org/officeDocument/2006/relationships/theme" Target="../theme/theme2.xml"/><Relationship Id="rId9" Type="http://schemas.openxmlformats.org/officeDocument/2006/relationships/slideLayout" Target="../slideLayouts/slideLayout6.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8235125" y="4168901"/>
            <a:ext cx="552449" cy="711555"/>
          </a:xfrm>
          <a:prstGeom prst="rect">
            <a:avLst/>
          </a:prstGeom>
          <a:noFill/>
          <a:ln>
            <a:noFill/>
          </a:ln>
        </p:spPr>
      </p:pic>
      <p:pic>
        <p:nvPicPr>
          <p:cNvPr id="7" name="Google Shape;7;p1"/>
          <p:cNvPicPr preferRelativeResize="0"/>
          <p:nvPr/>
        </p:nvPicPr>
        <p:blipFill rotWithShape="1">
          <a:blip r:embed="rId2">
            <a:alphaModFix/>
          </a:blip>
          <a:srcRect b="0" l="0" r="0" t="0"/>
          <a:stretch/>
        </p:blipFill>
        <p:spPr>
          <a:xfrm>
            <a:off x="7552944" y="139446"/>
            <a:ext cx="1455610" cy="510920"/>
          </a:xfrm>
          <a:prstGeom prst="rect">
            <a:avLst/>
          </a:prstGeom>
          <a:noFill/>
          <a:ln>
            <a:noFill/>
          </a:ln>
        </p:spPr>
      </p:pic>
      <p:pic>
        <p:nvPicPr>
          <p:cNvPr id="8" name="Google Shape;8;p1"/>
          <p:cNvPicPr preferRelativeResize="0"/>
          <p:nvPr/>
        </p:nvPicPr>
        <p:blipFill rotWithShape="1">
          <a:blip r:embed="rId3">
            <a:alphaModFix/>
          </a:blip>
          <a:srcRect b="0" l="0" r="0" t="0"/>
          <a:stretch/>
        </p:blipFill>
        <p:spPr>
          <a:xfrm>
            <a:off x="48577" y="102298"/>
            <a:ext cx="1976247" cy="510920"/>
          </a:xfrm>
          <a:prstGeom prst="rect">
            <a:avLst/>
          </a:prstGeom>
          <a:noFill/>
          <a:ln>
            <a:noFill/>
          </a:ln>
        </p:spPr>
      </p:pic>
      <p:sp>
        <p:nvSpPr>
          <p:cNvPr id="9" name="Google Shape;9;p1"/>
          <p:cNvSpPr txBox="1"/>
          <p:nvPr>
            <p:ph type="title"/>
          </p:nvPr>
        </p:nvSpPr>
        <p:spPr>
          <a:xfrm>
            <a:off x="380618" y="396621"/>
            <a:ext cx="8382900" cy="4767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100"/>
              <a:buNone/>
              <a:defRPr b="1" i="1" sz="3000" u="sng"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0" name="Google Shape;10;p1"/>
          <p:cNvSpPr txBox="1"/>
          <p:nvPr>
            <p:ph idx="1" type="body"/>
          </p:nvPr>
        </p:nvSpPr>
        <p:spPr>
          <a:xfrm>
            <a:off x="309371" y="1102537"/>
            <a:ext cx="8353500" cy="125340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1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100"/>
              <a:buNone/>
              <a:defRPr b="0" i="0" sz="1400" u="none" cap="none" strike="noStrike">
                <a:latin typeface="Calibri"/>
                <a:ea typeface="Calibri"/>
                <a:cs typeface="Calibri"/>
                <a:sym typeface="Calibri"/>
              </a:defRPr>
            </a:lvl2pPr>
            <a:lvl3pPr indent="-228600" lvl="2" marL="1371600" marR="0" rtl="0" algn="l">
              <a:spcBef>
                <a:spcPts val="0"/>
              </a:spcBef>
              <a:spcAft>
                <a:spcPts val="0"/>
              </a:spcAft>
              <a:buSzPts val="1100"/>
              <a:buNone/>
              <a:defRPr b="0" i="0" sz="1400" u="none" cap="none" strike="noStrike">
                <a:latin typeface="Calibri"/>
                <a:ea typeface="Calibri"/>
                <a:cs typeface="Calibri"/>
                <a:sym typeface="Calibri"/>
              </a:defRPr>
            </a:lvl3pPr>
            <a:lvl4pPr indent="-228600" lvl="3" marL="1828800" marR="0" rtl="0" algn="l">
              <a:spcBef>
                <a:spcPts val="0"/>
              </a:spcBef>
              <a:spcAft>
                <a:spcPts val="0"/>
              </a:spcAft>
              <a:buSzPts val="1100"/>
              <a:buNone/>
              <a:defRPr b="0" i="0" sz="1400" u="none" cap="none" strike="noStrike">
                <a:latin typeface="Calibri"/>
                <a:ea typeface="Calibri"/>
                <a:cs typeface="Calibri"/>
                <a:sym typeface="Calibri"/>
              </a:defRPr>
            </a:lvl4pPr>
            <a:lvl5pPr indent="-228600" lvl="4" marL="2286000" marR="0" rtl="0" algn="l">
              <a:spcBef>
                <a:spcPts val="0"/>
              </a:spcBef>
              <a:spcAft>
                <a:spcPts val="0"/>
              </a:spcAft>
              <a:buSzPts val="1100"/>
              <a:buNone/>
              <a:defRPr b="0" i="0" sz="1400" u="none" cap="none" strike="noStrike">
                <a:latin typeface="Calibri"/>
                <a:ea typeface="Calibri"/>
                <a:cs typeface="Calibri"/>
                <a:sym typeface="Calibri"/>
              </a:defRPr>
            </a:lvl5pPr>
            <a:lvl6pPr indent="-228600" lvl="5" marL="2743200" marR="0" rtl="0" algn="l">
              <a:spcBef>
                <a:spcPts val="0"/>
              </a:spcBef>
              <a:spcAft>
                <a:spcPts val="0"/>
              </a:spcAft>
              <a:buSzPts val="1100"/>
              <a:buNone/>
              <a:defRPr b="0" i="0" sz="1400" u="none" cap="none" strike="noStrike">
                <a:latin typeface="Calibri"/>
                <a:ea typeface="Calibri"/>
                <a:cs typeface="Calibri"/>
                <a:sym typeface="Calibri"/>
              </a:defRPr>
            </a:lvl6pPr>
            <a:lvl7pPr indent="-228600" lvl="6" marL="3200400" marR="0" rtl="0" algn="l">
              <a:spcBef>
                <a:spcPts val="0"/>
              </a:spcBef>
              <a:spcAft>
                <a:spcPts val="0"/>
              </a:spcAft>
              <a:buSzPts val="1100"/>
              <a:buNone/>
              <a:defRPr b="0" i="0" sz="1400" u="none" cap="none" strike="noStrike">
                <a:latin typeface="Calibri"/>
                <a:ea typeface="Calibri"/>
                <a:cs typeface="Calibri"/>
                <a:sym typeface="Calibri"/>
              </a:defRPr>
            </a:lvl7pPr>
            <a:lvl8pPr indent="-228600" lvl="7" marL="3657600" marR="0" rtl="0" algn="l">
              <a:spcBef>
                <a:spcPts val="0"/>
              </a:spcBef>
              <a:spcAft>
                <a:spcPts val="0"/>
              </a:spcAft>
              <a:buSzPts val="1100"/>
              <a:buNone/>
              <a:defRPr b="0" i="0" sz="1400" u="none" cap="none" strike="noStrike">
                <a:latin typeface="Calibri"/>
                <a:ea typeface="Calibri"/>
                <a:cs typeface="Calibri"/>
                <a:sym typeface="Calibri"/>
              </a:defRPr>
            </a:lvl8pPr>
            <a:lvl9pPr indent="-228600" lvl="8" marL="4114800" marR="0" rtl="0" algn="l">
              <a:spcBef>
                <a:spcPts val="0"/>
              </a:spcBef>
              <a:spcAft>
                <a:spcPts val="0"/>
              </a:spcAft>
              <a:buSzPts val="1100"/>
              <a:buNone/>
              <a:defRPr b="0" i="0" sz="1400" u="none" cap="none" strike="noStrike">
                <a:latin typeface="Calibri"/>
                <a:ea typeface="Calibri"/>
                <a:cs typeface="Calibri"/>
                <a:sym typeface="Calibri"/>
              </a:defRPr>
            </a:lvl9pPr>
          </a:lstStyle>
          <a:p/>
        </p:txBody>
      </p:sp>
      <p:sp>
        <p:nvSpPr>
          <p:cNvPr id="11" name="Google Shape;11;p1"/>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sz="1400">
                <a:solidFill>
                  <a:srgbClr val="888888"/>
                </a:solidFil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2" name="Google Shape;12;p1"/>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sz="1400">
                <a:solidFill>
                  <a:srgbClr val="888888"/>
                </a:solidFil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3" name="Google Shape;13;p1"/>
          <p:cNvSpPr txBox="1"/>
          <p:nvPr>
            <p:ph idx="12" type="sldNum"/>
          </p:nvPr>
        </p:nvSpPr>
        <p:spPr>
          <a:xfrm>
            <a:off x="8302180" y="4847654"/>
            <a:ext cx="182400" cy="138600"/>
          </a:xfrm>
          <a:prstGeom prst="rect">
            <a:avLst/>
          </a:prstGeom>
          <a:noFill/>
          <a:ln>
            <a:noFill/>
          </a:ln>
        </p:spPr>
        <p:txBody>
          <a:bodyPr anchorCtr="0" anchor="t" bIns="0" lIns="0" spcFirstLastPara="1" rIns="0" wrap="square" tIns="0">
            <a:spAutoFit/>
          </a:bodyPr>
          <a:lstStyle>
            <a:lvl1pPr indent="0" lvl="0" marL="25400">
              <a:lnSpc>
                <a:spcPct val="103333"/>
              </a:lnSpc>
              <a:spcBef>
                <a:spcPts val="0"/>
              </a:spcBef>
              <a:buNone/>
              <a:defRPr b="0" i="0" sz="900">
                <a:solidFill>
                  <a:srgbClr val="878787"/>
                </a:solidFill>
                <a:latin typeface="Calibri"/>
                <a:ea typeface="Calibri"/>
                <a:cs typeface="Calibri"/>
                <a:sym typeface="Calibri"/>
              </a:defRPr>
            </a:lvl1pPr>
            <a:lvl2pPr indent="0" lvl="1" marL="25400">
              <a:lnSpc>
                <a:spcPct val="103333"/>
              </a:lnSpc>
              <a:spcBef>
                <a:spcPts val="0"/>
              </a:spcBef>
              <a:buNone/>
              <a:defRPr b="0" i="0" sz="900">
                <a:solidFill>
                  <a:srgbClr val="878787"/>
                </a:solidFill>
                <a:latin typeface="Calibri"/>
                <a:ea typeface="Calibri"/>
                <a:cs typeface="Calibri"/>
                <a:sym typeface="Calibri"/>
              </a:defRPr>
            </a:lvl2pPr>
            <a:lvl3pPr indent="0" lvl="2" marL="25400">
              <a:lnSpc>
                <a:spcPct val="103333"/>
              </a:lnSpc>
              <a:spcBef>
                <a:spcPts val="0"/>
              </a:spcBef>
              <a:buNone/>
              <a:defRPr b="0" i="0" sz="900">
                <a:solidFill>
                  <a:srgbClr val="878787"/>
                </a:solidFill>
                <a:latin typeface="Calibri"/>
                <a:ea typeface="Calibri"/>
                <a:cs typeface="Calibri"/>
                <a:sym typeface="Calibri"/>
              </a:defRPr>
            </a:lvl3pPr>
            <a:lvl4pPr indent="0" lvl="3" marL="25400">
              <a:lnSpc>
                <a:spcPct val="103333"/>
              </a:lnSpc>
              <a:spcBef>
                <a:spcPts val="0"/>
              </a:spcBef>
              <a:buNone/>
              <a:defRPr b="0" i="0" sz="900">
                <a:solidFill>
                  <a:srgbClr val="878787"/>
                </a:solidFill>
                <a:latin typeface="Calibri"/>
                <a:ea typeface="Calibri"/>
                <a:cs typeface="Calibri"/>
                <a:sym typeface="Calibri"/>
              </a:defRPr>
            </a:lvl4pPr>
            <a:lvl5pPr indent="0" lvl="4" marL="25400">
              <a:lnSpc>
                <a:spcPct val="103333"/>
              </a:lnSpc>
              <a:spcBef>
                <a:spcPts val="0"/>
              </a:spcBef>
              <a:buNone/>
              <a:defRPr b="0" i="0" sz="900">
                <a:solidFill>
                  <a:srgbClr val="878787"/>
                </a:solidFill>
                <a:latin typeface="Calibri"/>
                <a:ea typeface="Calibri"/>
                <a:cs typeface="Calibri"/>
                <a:sym typeface="Calibri"/>
              </a:defRPr>
            </a:lvl5pPr>
            <a:lvl6pPr indent="0" lvl="5" marL="25400">
              <a:lnSpc>
                <a:spcPct val="103333"/>
              </a:lnSpc>
              <a:spcBef>
                <a:spcPts val="0"/>
              </a:spcBef>
              <a:buNone/>
              <a:defRPr b="0" i="0" sz="900">
                <a:solidFill>
                  <a:srgbClr val="878787"/>
                </a:solidFill>
                <a:latin typeface="Calibri"/>
                <a:ea typeface="Calibri"/>
                <a:cs typeface="Calibri"/>
                <a:sym typeface="Calibri"/>
              </a:defRPr>
            </a:lvl6pPr>
            <a:lvl7pPr indent="0" lvl="6" marL="25400">
              <a:lnSpc>
                <a:spcPct val="103333"/>
              </a:lnSpc>
              <a:spcBef>
                <a:spcPts val="0"/>
              </a:spcBef>
              <a:buNone/>
              <a:defRPr b="0" i="0" sz="900">
                <a:solidFill>
                  <a:srgbClr val="878787"/>
                </a:solidFill>
                <a:latin typeface="Calibri"/>
                <a:ea typeface="Calibri"/>
                <a:cs typeface="Calibri"/>
                <a:sym typeface="Calibri"/>
              </a:defRPr>
            </a:lvl7pPr>
            <a:lvl8pPr indent="0" lvl="7" marL="25400">
              <a:lnSpc>
                <a:spcPct val="103333"/>
              </a:lnSpc>
              <a:spcBef>
                <a:spcPts val="0"/>
              </a:spcBef>
              <a:buNone/>
              <a:defRPr b="0" i="0" sz="900">
                <a:solidFill>
                  <a:srgbClr val="878787"/>
                </a:solidFill>
                <a:latin typeface="Calibri"/>
                <a:ea typeface="Calibri"/>
                <a:cs typeface="Calibri"/>
                <a:sym typeface="Calibri"/>
              </a:defRPr>
            </a:lvl8pPr>
            <a:lvl9pPr indent="0" lvl="8" marL="25400">
              <a:lnSpc>
                <a:spcPct val="103333"/>
              </a:lnSpc>
              <a:spcBef>
                <a:spcPts val="0"/>
              </a:spcBef>
              <a:buNone/>
              <a:defRPr b="0" i="0" sz="900">
                <a:solidFill>
                  <a:srgbClr val="878787"/>
                </a:solidFill>
                <a:latin typeface="Calibri"/>
                <a:ea typeface="Calibri"/>
                <a:cs typeface="Calibri"/>
                <a:sym typeface="Calibri"/>
              </a:defRPr>
            </a:lvl9pPr>
          </a:lstStyle>
          <a:p>
            <a:pPr indent="0" lvl="0" marL="25400" rtl="0" algn="l">
              <a:spcBef>
                <a:spcPts val="0"/>
              </a:spcBef>
              <a:spcAft>
                <a:spcPts val="0"/>
              </a:spcAft>
              <a:buNone/>
            </a:pPr>
            <a:fld id="{00000000-1234-1234-1234-123412341234}" type="slidenum">
              <a:rPr lang="en"/>
              <a:t>‹#›</a:t>
            </a:fld>
            <a:endParaRPr sz="11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4.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6.jp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5.gi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2.gi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8"/>
          <p:cNvSpPr txBox="1"/>
          <p:nvPr/>
        </p:nvSpPr>
        <p:spPr>
          <a:xfrm>
            <a:off x="1143000" y="2288382"/>
            <a:ext cx="6858000" cy="1790700"/>
          </a:xfrm>
          <a:prstGeom prst="rect">
            <a:avLst/>
          </a:prstGeom>
          <a:noFill/>
          <a:ln>
            <a:noFill/>
          </a:ln>
        </p:spPr>
        <p:txBody>
          <a:bodyPr anchorCtr="0" anchor="b" bIns="34275" lIns="68575" spcFirstLastPara="1" rIns="68575" wrap="square" tIns="34275">
            <a:noAutofit/>
          </a:bodyPr>
          <a:lstStyle/>
          <a:p>
            <a:pPr indent="0" lvl="0" marL="0" rtl="0" algn="ctr">
              <a:lnSpc>
                <a:spcPct val="90000"/>
              </a:lnSpc>
              <a:spcBef>
                <a:spcPts val="0"/>
              </a:spcBef>
              <a:spcAft>
                <a:spcPts val="0"/>
              </a:spcAft>
              <a:buNone/>
            </a:pPr>
            <a:r>
              <a:rPr b="1" lang="en" sz="3800">
                <a:solidFill>
                  <a:srgbClr val="132C4A"/>
                </a:solidFill>
              </a:rPr>
              <a:t>Introductory Programming and </a:t>
            </a:r>
            <a:br>
              <a:rPr b="1" lang="en" sz="3800">
                <a:solidFill>
                  <a:srgbClr val="132C4A"/>
                </a:solidFill>
              </a:rPr>
            </a:br>
            <a:r>
              <a:rPr b="1" lang="en" sz="3800">
                <a:solidFill>
                  <a:srgbClr val="132C4A"/>
                </a:solidFill>
              </a:rPr>
              <a:t>Problem-Solving Skills</a:t>
            </a:r>
            <a:br>
              <a:rPr lang="en" sz="3800">
                <a:solidFill>
                  <a:srgbClr val="000000"/>
                </a:solidFill>
              </a:rPr>
            </a:br>
            <a:br>
              <a:rPr lang="en" sz="3800">
                <a:solidFill>
                  <a:srgbClr val="000000"/>
                </a:solidFill>
              </a:rPr>
            </a:br>
            <a:endParaRPr sz="3800">
              <a:solidFill>
                <a:srgbClr val="000000"/>
              </a:solidFill>
            </a:endParaRPr>
          </a:p>
        </p:txBody>
      </p:sp>
      <p:sp>
        <p:nvSpPr>
          <p:cNvPr id="51" name="Google Shape;51;p8"/>
          <p:cNvSpPr txBox="1"/>
          <p:nvPr/>
        </p:nvSpPr>
        <p:spPr>
          <a:xfrm>
            <a:off x="1143000" y="3515345"/>
            <a:ext cx="6858000" cy="1241700"/>
          </a:xfrm>
          <a:prstGeom prst="rect">
            <a:avLst/>
          </a:prstGeom>
          <a:noFill/>
          <a:ln>
            <a:noFill/>
          </a:ln>
        </p:spPr>
        <p:txBody>
          <a:bodyPr anchorCtr="0" anchor="t" bIns="34275" lIns="68575" spcFirstLastPara="1" rIns="68575" wrap="square" tIns="34275">
            <a:normAutofit/>
          </a:bodyPr>
          <a:lstStyle/>
          <a:p>
            <a:pPr indent="0" lvl="0" marL="0" rtl="0" algn="ctr">
              <a:lnSpc>
                <a:spcPct val="90000"/>
              </a:lnSpc>
              <a:spcBef>
                <a:spcPts val="0"/>
              </a:spcBef>
              <a:spcAft>
                <a:spcPts val="0"/>
              </a:spcAft>
              <a:buNone/>
            </a:pPr>
            <a:r>
              <a:rPr b="1" lang="en" sz="3000">
                <a:solidFill>
                  <a:srgbClr val="000000"/>
                </a:solidFill>
              </a:rPr>
              <a:t>Week-11</a:t>
            </a:r>
            <a:endParaRPr sz="1800">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9"/>
          <p:cNvSpPr txBox="1"/>
          <p:nvPr/>
        </p:nvSpPr>
        <p:spPr>
          <a:xfrm>
            <a:off x="628650" y="468250"/>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n" sz="4500">
                <a:solidFill>
                  <a:srgbClr val="70AD47"/>
                </a:solidFill>
              </a:rPr>
              <a:t>Previous week discussion</a:t>
            </a:r>
            <a:endParaRPr sz="3300">
              <a:solidFill>
                <a:srgbClr val="000000"/>
              </a:solidFill>
              <a:latin typeface="Calibri"/>
              <a:ea typeface="Calibri"/>
              <a:cs typeface="Calibri"/>
              <a:sym typeface="Calibri"/>
            </a:endParaRPr>
          </a:p>
        </p:txBody>
      </p:sp>
      <p:sp>
        <p:nvSpPr>
          <p:cNvPr id="57" name="Google Shape;57;p9"/>
          <p:cNvSpPr txBox="1"/>
          <p:nvPr/>
        </p:nvSpPr>
        <p:spPr>
          <a:xfrm>
            <a:off x="745957" y="1395663"/>
            <a:ext cx="6376800" cy="3393900"/>
          </a:xfrm>
          <a:prstGeom prst="rect">
            <a:avLst/>
          </a:prstGeom>
          <a:noFill/>
          <a:ln>
            <a:noFill/>
          </a:ln>
        </p:spPr>
        <p:txBody>
          <a:bodyPr anchorCtr="0" anchor="t" bIns="34275" lIns="68575" spcFirstLastPara="1" rIns="68575" wrap="square" tIns="34275">
            <a:spAutoFit/>
          </a:bodyPr>
          <a:lstStyle/>
          <a:p>
            <a:pPr indent="-215900" lvl="0" marL="215900" marR="0" rtl="0" algn="l">
              <a:lnSpc>
                <a:spcPct val="200000"/>
              </a:lnSpc>
              <a:spcBef>
                <a:spcPts val="0"/>
              </a:spcBef>
              <a:spcAft>
                <a:spcPts val="0"/>
              </a:spcAft>
              <a:buClr>
                <a:srgbClr val="000000"/>
              </a:buClr>
              <a:buSzPts val="2400"/>
              <a:buFont typeface="Noto Sans Symbols"/>
              <a:buChar char="❑"/>
            </a:pPr>
            <a:r>
              <a:rPr b="0" i="0" lang="en" sz="2400" u="none" cap="none" strike="noStrike">
                <a:solidFill>
                  <a:srgbClr val="000000"/>
                </a:solidFill>
                <a:latin typeface="Arial"/>
                <a:ea typeface="Arial"/>
                <a:cs typeface="Arial"/>
                <a:sym typeface="Arial"/>
              </a:rPr>
              <a:t>Exceptions and Exception Handling</a:t>
            </a:r>
            <a:endParaRPr b="0" i="0" sz="2400" u="none" cap="none" strike="noStrike">
              <a:solidFill>
                <a:srgbClr val="000000"/>
              </a:solidFill>
              <a:latin typeface="Noto Sans Symbols"/>
              <a:ea typeface="Noto Sans Symbols"/>
              <a:cs typeface="Noto Sans Symbols"/>
              <a:sym typeface="Noto Sans Symbols"/>
            </a:endParaRPr>
          </a:p>
          <a:p>
            <a:pPr indent="-215900" lvl="0" marL="215900" marR="0" rtl="0" algn="l">
              <a:lnSpc>
                <a:spcPct val="200000"/>
              </a:lnSpc>
              <a:spcBef>
                <a:spcPts val="0"/>
              </a:spcBef>
              <a:spcAft>
                <a:spcPts val="0"/>
              </a:spcAft>
              <a:buClr>
                <a:srgbClr val="000000"/>
              </a:buClr>
              <a:buSzPts val="2400"/>
              <a:buFont typeface="Noto Sans Symbols"/>
              <a:buChar char="❑"/>
            </a:pPr>
            <a:r>
              <a:rPr b="0" i="0" lang="en" sz="2400" u="none" cap="none" strike="noStrike">
                <a:solidFill>
                  <a:srgbClr val="000000"/>
                </a:solidFill>
                <a:latin typeface="Arial"/>
                <a:ea typeface="Arial"/>
                <a:cs typeface="Arial"/>
                <a:sym typeface="Arial"/>
              </a:rPr>
              <a:t>Raising manual Exception</a:t>
            </a:r>
            <a:endParaRPr b="0" i="0" sz="2400" u="none" cap="none" strike="noStrike">
              <a:solidFill>
                <a:srgbClr val="000000"/>
              </a:solidFill>
              <a:latin typeface="Noto Sans Symbols"/>
              <a:ea typeface="Noto Sans Symbols"/>
              <a:cs typeface="Noto Sans Symbols"/>
              <a:sym typeface="Noto Sans Symbols"/>
            </a:endParaRPr>
          </a:p>
          <a:p>
            <a:pPr indent="-215900" lvl="0" marL="215900" marR="0" rtl="0" algn="l">
              <a:lnSpc>
                <a:spcPct val="200000"/>
              </a:lnSpc>
              <a:spcBef>
                <a:spcPts val="0"/>
              </a:spcBef>
              <a:spcAft>
                <a:spcPts val="0"/>
              </a:spcAft>
              <a:buClr>
                <a:srgbClr val="000000"/>
              </a:buClr>
              <a:buSzPts val="2400"/>
              <a:buFont typeface="Noto Sans Symbols"/>
              <a:buChar char="❑"/>
            </a:pPr>
            <a:r>
              <a:rPr b="0" i="0" lang="en" sz="2400" u="none" cap="none" strike="noStrike">
                <a:solidFill>
                  <a:srgbClr val="000000"/>
                </a:solidFill>
                <a:latin typeface="Arial"/>
                <a:ea typeface="Arial"/>
                <a:cs typeface="Arial"/>
                <a:sym typeface="Arial"/>
              </a:rPr>
              <a:t>Catching single and Multiple Exception</a:t>
            </a:r>
            <a:endParaRPr b="0" i="0" sz="2400" u="none" cap="none" strike="noStrike">
              <a:solidFill>
                <a:srgbClr val="000000"/>
              </a:solidFill>
              <a:latin typeface="Noto Sans Symbols"/>
              <a:ea typeface="Noto Sans Symbols"/>
              <a:cs typeface="Noto Sans Symbols"/>
              <a:sym typeface="Noto Sans Symbols"/>
            </a:endParaRPr>
          </a:p>
          <a:p>
            <a:pPr indent="-215900" lvl="0" marL="215900" marR="0" rtl="0" algn="l">
              <a:lnSpc>
                <a:spcPct val="200000"/>
              </a:lnSpc>
              <a:spcBef>
                <a:spcPts val="0"/>
              </a:spcBef>
              <a:spcAft>
                <a:spcPts val="0"/>
              </a:spcAft>
              <a:buClr>
                <a:srgbClr val="000000"/>
              </a:buClr>
              <a:buSzPts val="2400"/>
              <a:buFont typeface="Noto Sans Symbols"/>
              <a:buChar char="❑"/>
            </a:pPr>
            <a:r>
              <a:rPr b="0" i="0" lang="en" sz="2400" u="none" cap="none" strike="noStrike">
                <a:solidFill>
                  <a:srgbClr val="000000"/>
                </a:solidFill>
                <a:latin typeface="Arial"/>
                <a:ea typeface="Arial"/>
                <a:cs typeface="Arial"/>
                <a:sym typeface="Arial"/>
              </a:rPr>
              <a:t>Try , Except, Else and Finally</a:t>
            </a:r>
            <a:endParaRPr b="0" i="0" sz="2400" u="none" cap="none" strike="noStrike">
              <a:solidFill>
                <a:srgbClr val="000000"/>
              </a:solidFill>
              <a:latin typeface="Noto Sans Symbols"/>
              <a:ea typeface="Noto Sans Symbols"/>
              <a:cs typeface="Noto Sans Symbols"/>
              <a:sym typeface="Noto Sans Symbols"/>
            </a:endParaRPr>
          </a:p>
          <a:p>
            <a:pPr indent="-63500" lvl="0" marL="215900" marR="0" rtl="0" algn="l">
              <a:lnSpc>
                <a:spcPct val="200000"/>
              </a:lnSpc>
              <a:spcBef>
                <a:spcPts val="0"/>
              </a:spcBef>
              <a:spcAft>
                <a:spcPts val="0"/>
              </a:spcAft>
              <a:buClr>
                <a:srgbClr val="000000"/>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0"/>
          <p:cNvSpPr txBox="1"/>
          <p:nvPr/>
        </p:nvSpPr>
        <p:spPr>
          <a:xfrm>
            <a:off x="3261737" y="1934660"/>
            <a:ext cx="2620500" cy="9942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None/>
            </a:pPr>
            <a:r>
              <a:rPr b="1" lang="en" sz="3600">
                <a:solidFill>
                  <a:srgbClr val="000000"/>
                </a:solidFill>
              </a:rPr>
              <a:t>Algorithms</a:t>
            </a:r>
            <a:endParaRPr sz="3300">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1"/>
          <p:cNvSpPr txBox="1"/>
          <p:nvPr/>
        </p:nvSpPr>
        <p:spPr>
          <a:xfrm>
            <a:off x="446484" y="708083"/>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n" sz="3300">
                <a:solidFill>
                  <a:srgbClr val="000000"/>
                </a:solidFill>
              </a:rPr>
              <a:t>Some popular algorithms and their implementation</a:t>
            </a:r>
            <a:endParaRPr sz="3300">
              <a:solidFill>
                <a:srgbClr val="000000"/>
              </a:solidFill>
              <a:latin typeface="Calibri"/>
              <a:ea typeface="Calibri"/>
              <a:cs typeface="Calibri"/>
              <a:sym typeface="Calibri"/>
            </a:endParaRPr>
          </a:p>
        </p:txBody>
      </p:sp>
      <p:sp>
        <p:nvSpPr>
          <p:cNvPr id="68" name="Google Shape;68;p11"/>
          <p:cNvSpPr txBox="1"/>
          <p:nvPr/>
        </p:nvSpPr>
        <p:spPr>
          <a:xfrm>
            <a:off x="397842" y="2460125"/>
            <a:ext cx="7886700" cy="1685400"/>
          </a:xfrm>
          <a:prstGeom prst="rect">
            <a:avLst/>
          </a:prstGeom>
          <a:noFill/>
          <a:ln>
            <a:noFill/>
          </a:ln>
        </p:spPr>
        <p:txBody>
          <a:bodyPr anchorCtr="0" anchor="t" bIns="34275" lIns="68575" spcFirstLastPara="1" rIns="68575" wrap="square" tIns="34275">
            <a:spAutoFit/>
          </a:bodyPr>
          <a:lstStyle/>
          <a:p>
            <a:pPr indent="-425450" lvl="0" marL="431800" marR="0" rtl="0" algn="l">
              <a:lnSpc>
                <a:spcPct val="200000"/>
              </a:lnSpc>
              <a:spcBef>
                <a:spcPts val="0"/>
              </a:spcBef>
              <a:spcAft>
                <a:spcPts val="0"/>
              </a:spcAft>
              <a:buClr>
                <a:srgbClr val="000000"/>
              </a:buClr>
              <a:buSzPts val="2100"/>
              <a:buFont typeface="Noto Sans Symbols"/>
              <a:buChar char="❑"/>
            </a:pPr>
            <a:r>
              <a:rPr b="0" i="0" lang="en" sz="2100" u="none" cap="none" strike="noStrike">
                <a:solidFill>
                  <a:srgbClr val="000000"/>
                </a:solidFill>
                <a:latin typeface="Arial"/>
                <a:ea typeface="Arial"/>
                <a:cs typeface="Arial"/>
                <a:sym typeface="Arial"/>
              </a:rPr>
              <a:t>Searching algorithms</a:t>
            </a:r>
            <a:endParaRPr b="0" i="0" sz="1100" u="none" cap="none" strike="noStrike">
              <a:solidFill>
                <a:srgbClr val="000000"/>
              </a:solidFill>
              <a:latin typeface="Arial"/>
              <a:ea typeface="Arial"/>
              <a:cs typeface="Arial"/>
              <a:sym typeface="Arial"/>
            </a:endParaRPr>
          </a:p>
          <a:p>
            <a:pPr indent="-425450" lvl="0" marL="431800" marR="0" rtl="0" algn="l">
              <a:lnSpc>
                <a:spcPct val="200000"/>
              </a:lnSpc>
              <a:spcBef>
                <a:spcPts val="0"/>
              </a:spcBef>
              <a:spcAft>
                <a:spcPts val="0"/>
              </a:spcAft>
              <a:buClr>
                <a:srgbClr val="000000"/>
              </a:buClr>
              <a:buSzPts val="2100"/>
              <a:buFont typeface="Noto Sans Symbols"/>
              <a:buChar char="❑"/>
            </a:pPr>
            <a:r>
              <a:rPr b="0" i="0" lang="en" sz="2100" u="none" cap="none" strike="noStrike">
                <a:solidFill>
                  <a:srgbClr val="000000"/>
                </a:solidFill>
                <a:latin typeface="Arial"/>
                <a:ea typeface="Arial"/>
                <a:cs typeface="Arial"/>
                <a:sym typeface="Arial"/>
              </a:rPr>
              <a:t>Sorting algorithms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2"/>
          <p:cNvSpPr txBox="1"/>
          <p:nvPr/>
        </p:nvSpPr>
        <p:spPr>
          <a:xfrm>
            <a:off x="1158040" y="358065"/>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n" sz="3300">
                <a:solidFill>
                  <a:srgbClr val="000000"/>
                </a:solidFill>
              </a:rPr>
              <a:t>Searching: Linear-Search</a:t>
            </a:r>
            <a:endParaRPr sz="3300">
              <a:solidFill>
                <a:srgbClr val="000000"/>
              </a:solidFill>
              <a:latin typeface="Calibri"/>
              <a:ea typeface="Calibri"/>
              <a:cs typeface="Calibri"/>
              <a:sym typeface="Calibri"/>
            </a:endParaRPr>
          </a:p>
        </p:txBody>
      </p:sp>
      <p:sp>
        <p:nvSpPr>
          <p:cNvPr id="74" name="Google Shape;74;p12"/>
          <p:cNvSpPr txBox="1"/>
          <p:nvPr/>
        </p:nvSpPr>
        <p:spPr>
          <a:xfrm>
            <a:off x="517358" y="1696453"/>
            <a:ext cx="8301900" cy="28167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Clr>
                <a:srgbClr val="000000"/>
              </a:buClr>
              <a:buSzPts val="2100"/>
              <a:buFont typeface="Arial"/>
              <a:buNone/>
            </a:pPr>
            <a:r>
              <a:rPr b="0" i="0" lang="en" sz="2100" u="none" cap="none" strike="noStrike">
                <a:solidFill>
                  <a:srgbClr val="000000"/>
                </a:solidFill>
                <a:latin typeface="Arial"/>
                <a:ea typeface="Arial"/>
                <a:cs typeface="Arial"/>
                <a:sym typeface="Arial"/>
              </a:rPr>
              <a:t>Linear Search is a simple searching algorithm that sequentially checks each element in a list until a match is found.</a:t>
            </a:r>
            <a:endParaRPr b="0" i="0" sz="11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100"/>
              <a:buFont typeface="Arial"/>
              <a:buNone/>
            </a:pPr>
            <a:r>
              <a:t/>
            </a:r>
            <a:endParaRPr b="1" i="0" sz="2100" u="none" cap="none" strike="noStrike">
              <a:solidFill>
                <a:srgbClr val="000000"/>
              </a:solidFill>
              <a:latin typeface="Arial"/>
              <a:ea typeface="Arial"/>
              <a:cs typeface="Arial"/>
              <a:sym typeface="Arial"/>
            </a:endParaRPr>
          </a:p>
          <a:p>
            <a:pPr indent="-336550" lvl="0" marL="342900" marR="0" rtl="0" algn="l">
              <a:lnSpc>
                <a:spcPct val="150000"/>
              </a:lnSpc>
              <a:spcBef>
                <a:spcPts val="0"/>
              </a:spcBef>
              <a:spcAft>
                <a:spcPts val="0"/>
              </a:spcAft>
              <a:buClr>
                <a:srgbClr val="000000"/>
              </a:buClr>
              <a:buSzPts val="2100"/>
              <a:buFont typeface="Noto Sans Symbols"/>
              <a:buChar char="❑"/>
            </a:pPr>
            <a:r>
              <a:rPr b="1" i="0" lang="en" sz="2100" u="none" cap="none" strike="noStrike">
                <a:solidFill>
                  <a:srgbClr val="000000"/>
                </a:solidFill>
                <a:latin typeface="Arial"/>
                <a:ea typeface="Arial"/>
                <a:cs typeface="Arial"/>
                <a:sym typeface="Arial"/>
              </a:rPr>
              <a:t>Working procedure: </a:t>
            </a:r>
            <a:r>
              <a:rPr b="0" i="0" lang="en" sz="2100" u="none" cap="none" strike="noStrike">
                <a:solidFill>
                  <a:srgbClr val="000000"/>
                </a:solidFill>
                <a:latin typeface="Arial"/>
                <a:ea typeface="Arial"/>
                <a:cs typeface="Arial"/>
                <a:sym typeface="Arial"/>
              </a:rPr>
              <a:t>Iterate through each element, comparing with the target until a match is found or the end is reached.</a:t>
            </a:r>
            <a:endParaRPr b="0" i="0" sz="1100" u="none" cap="none" strike="noStrike">
              <a:solidFill>
                <a:srgbClr val="000000"/>
              </a:solidFill>
              <a:latin typeface="Arial"/>
              <a:ea typeface="Arial"/>
              <a:cs typeface="Arial"/>
              <a:sym typeface="Arial"/>
            </a:endParaRPr>
          </a:p>
          <a:p>
            <a:pPr indent="-336550" lvl="0" marL="342900" marR="0" rtl="0" algn="l">
              <a:lnSpc>
                <a:spcPct val="150000"/>
              </a:lnSpc>
              <a:spcBef>
                <a:spcPts val="0"/>
              </a:spcBef>
              <a:spcAft>
                <a:spcPts val="0"/>
              </a:spcAft>
              <a:buClr>
                <a:srgbClr val="000000"/>
              </a:buClr>
              <a:buSzPts val="2100"/>
              <a:buFont typeface="Noto Sans Symbols"/>
              <a:buChar char="❑"/>
            </a:pPr>
            <a:r>
              <a:rPr b="1" i="0" lang="en" sz="2100" u="none" cap="none" strike="noStrike">
                <a:solidFill>
                  <a:srgbClr val="000000"/>
                </a:solidFill>
                <a:latin typeface="Arial"/>
                <a:ea typeface="Arial"/>
                <a:cs typeface="Arial"/>
                <a:sym typeface="Arial"/>
              </a:rPr>
              <a:t>Use Cases: </a:t>
            </a:r>
            <a:r>
              <a:rPr b="0" i="0" lang="en" sz="2100" u="none" cap="none" strike="noStrike">
                <a:solidFill>
                  <a:srgbClr val="000000"/>
                </a:solidFill>
                <a:latin typeface="Arial"/>
                <a:ea typeface="Arial"/>
                <a:cs typeface="Arial"/>
                <a:sym typeface="Arial"/>
              </a:rPr>
              <a:t>Effective for small datasets and unsorted lists</a:t>
            </a:r>
            <a:r>
              <a:rPr b="1" i="0" lang="en" sz="2100" u="none" cap="none" strike="noStrike">
                <a:solidFill>
                  <a:srgbClr val="000000"/>
                </a:solidFill>
                <a:latin typeface="Arial"/>
                <a:ea typeface="Arial"/>
                <a:cs typeface="Arial"/>
                <a:sym typeface="Arial"/>
              </a:rPr>
              <a:t> </a:t>
            </a:r>
            <a:endParaRPr b="1" i="0" sz="21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3"/>
          <p:cNvSpPr txBox="1"/>
          <p:nvPr/>
        </p:nvSpPr>
        <p:spPr>
          <a:xfrm>
            <a:off x="1795806" y="273844"/>
            <a:ext cx="53550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n" sz="3300">
                <a:solidFill>
                  <a:srgbClr val="000000"/>
                </a:solidFill>
              </a:rPr>
              <a:t>Searching: Linear-Search</a:t>
            </a:r>
            <a:endParaRPr sz="3300">
              <a:solidFill>
                <a:srgbClr val="000000"/>
              </a:solidFill>
              <a:latin typeface="Calibri"/>
              <a:ea typeface="Calibri"/>
              <a:cs typeface="Calibri"/>
              <a:sym typeface="Calibri"/>
            </a:endParaRPr>
          </a:p>
        </p:txBody>
      </p:sp>
      <p:pic>
        <p:nvPicPr>
          <p:cNvPr id="80" name="Google Shape;80;p13"/>
          <p:cNvPicPr preferRelativeResize="0"/>
          <p:nvPr/>
        </p:nvPicPr>
        <p:blipFill rotWithShape="1">
          <a:blip r:embed="rId3">
            <a:alphaModFix/>
          </a:blip>
          <a:srcRect b="0" l="0" r="0" t="0"/>
          <a:stretch/>
        </p:blipFill>
        <p:spPr>
          <a:xfrm>
            <a:off x="847819" y="1610120"/>
            <a:ext cx="6303074" cy="242368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4"/>
          <p:cNvPicPr preferRelativeResize="0"/>
          <p:nvPr/>
        </p:nvPicPr>
        <p:blipFill>
          <a:blip r:embed="rId3">
            <a:alphaModFix/>
          </a:blip>
          <a:stretch>
            <a:fillRect/>
          </a:stretch>
        </p:blipFill>
        <p:spPr>
          <a:xfrm>
            <a:off x="1396475" y="1173675"/>
            <a:ext cx="6185775" cy="2542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5"/>
          <p:cNvSpPr txBox="1"/>
          <p:nvPr/>
        </p:nvSpPr>
        <p:spPr>
          <a:xfrm>
            <a:off x="2334677" y="387156"/>
            <a:ext cx="48288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n" sz="3300">
                <a:solidFill>
                  <a:srgbClr val="000000"/>
                </a:solidFill>
              </a:rPr>
              <a:t>Example-Linear Search</a:t>
            </a:r>
            <a:endParaRPr sz="3300">
              <a:solidFill>
                <a:srgbClr val="000000"/>
              </a:solidFill>
              <a:latin typeface="Calibri"/>
              <a:ea typeface="Calibri"/>
              <a:cs typeface="Calibri"/>
              <a:sym typeface="Calibri"/>
            </a:endParaRPr>
          </a:p>
        </p:txBody>
      </p:sp>
      <p:sp>
        <p:nvSpPr>
          <p:cNvPr id="91" name="Google Shape;91;p15"/>
          <p:cNvSpPr txBox="1"/>
          <p:nvPr/>
        </p:nvSpPr>
        <p:spPr>
          <a:xfrm>
            <a:off x="608401" y="1814399"/>
            <a:ext cx="3266100" cy="2008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472C4"/>
                </a:solidFill>
                <a:latin typeface="Calibri"/>
                <a:ea typeface="Calibri"/>
                <a:cs typeface="Calibri"/>
                <a:sym typeface="Calibri"/>
              </a:rPr>
              <a:t>def linear_search(list_var, target):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472C4"/>
                </a:solidFill>
                <a:latin typeface="Calibri"/>
                <a:ea typeface="Calibri"/>
                <a:cs typeface="Calibri"/>
                <a:sym typeface="Calibri"/>
              </a:rPr>
              <a:t>    for i in range(len(list_var)):</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472C4"/>
                </a:solidFill>
                <a:latin typeface="Calibri"/>
                <a:ea typeface="Calibri"/>
                <a:cs typeface="Calibri"/>
                <a:sym typeface="Calibri"/>
              </a:rPr>
              <a:t>        if list_var[i] == target: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472C4"/>
                </a:solidFill>
                <a:latin typeface="Calibri"/>
                <a:ea typeface="Calibri"/>
                <a:cs typeface="Calibri"/>
                <a:sym typeface="Calibri"/>
              </a:rPr>
              <a:t>            return i  # Return the index if the target is found</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472C4"/>
                </a:solidFill>
                <a:latin typeface="Calibri"/>
                <a:ea typeface="Calibri"/>
                <a:cs typeface="Calibri"/>
                <a:sym typeface="Calibri"/>
              </a:rPr>
              <a:t>    return -1  # Return -1 if the target is not in the list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472C4"/>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472C4"/>
              </a:solidFill>
              <a:latin typeface="Calibri"/>
              <a:ea typeface="Calibri"/>
              <a:cs typeface="Calibri"/>
              <a:sym typeface="Calibri"/>
            </a:endParaRPr>
          </a:p>
        </p:txBody>
      </p:sp>
      <p:sp>
        <p:nvSpPr>
          <p:cNvPr id="92" name="Google Shape;92;p15"/>
          <p:cNvSpPr txBox="1"/>
          <p:nvPr/>
        </p:nvSpPr>
        <p:spPr>
          <a:xfrm>
            <a:off x="4773181" y="1350390"/>
            <a:ext cx="3605700" cy="3086100"/>
          </a:xfrm>
          <a:prstGeom prst="rect">
            <a:avLst/>
          </a:prstGeom>
          <a:solidFill>
            <a:srgbClr val="F2F2F2"/>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 Example: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example_list = [5, 8, 2, 10, 15, 7, 3]</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target_element = 15</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result = linear_search(example_list, target_element)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if result != -1:</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    print(f"Element {target_element} found at index {result}.")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else: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    print(f"Element {target_element} not found in the list.")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93" name="Google Shape;93;p15"/>
          <p:cNvPicPr preferRelativeResize="0"/>
          <p:nvPr/>
        </p:nvPicPr>
        <p:blipFill rotWithShape="1">
          <a:blip r:embed="rId3">
            <a:alphaModFix/>
          </a:blip>
          <a:srcRect b="0" l="0" r="0" t="0"/>
          <a:stretch/>
        </p:blipFill>
        <p:spPr>
          <a:xfrm>
            <a:off x="1536743" y="3674711"/>
            <a:ext cx="3212376" cy="421481"/>
          </a:xfrm>
          <a:prstGeom prst="rect">
            <a:avLst/>
          </a:prstGeom>
          <a:noFill/>
          <a:ln>
            <a:noFill/>
          </a:ln>
        </p:spPr>
      </p:pic>
      <p:sp>
        <p:nvSpPr>
          <p:cNvPr id="94" name="Google Shape;94;p15"/>
          <p:cNvSpPr txBox="1"/>
          <p:nvPr/>
        </p:nvSpPr>
        <p:spPr>
          <a:xfrm>
            <a:off x="385010" y="3633537"/>
            <a:ext cx="1191000" cy="438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4472C4"/>
                </a:solidFill>
                <a:latin typeface="Calibri"/>
                <a:ea typeface="Calibri"/>
                <a:cs typeface="Calibri"/>
                <a:sym typeface="Calibri"/>
              </a:rPr>
              <a:t>Output</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6"/>
          <p:cNvSpPr txBox="1"/>
          <p:nvPr/>
        </p:nvSpPr>
        <p:spPr>
          <a:xfrm>
            <a:off x="1747671" y="486030"/>
            <a:ext cx="5720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n" sz="3300">
                <a:solidFill>
                  <a:srgbClr val="000000"/>
                </a:solidFill>
              </a:rPr>
              <a:t>Limitations and advantages</a:t>
            </a:r>
            <a:endParaRPr sz="3300">
              <a:solidFill>
                <a:srgbClr val="000000"/>
              </a:solidFill>
              <a:latin typeface="Calibri"/>
              <a:ea typeface="Calibri"/>
              <a:cs typeface="Calibri"/>
              <a:sym typeface="Calibri"/>
            </a:endParaRPr>
          </a:p>
        </p:txBody>
      </p:sp>
      <p:sp>
        <p:nvSpPr>
          <p:cNvPr id="100" name="Google Shape;100;p16"/>
          <p:cNvSpPr txBox="1"/>
          <p:nvPr/>
        </p:nvSpPr>
        <p:spPr>
          <a:xfrm>
            <a:off x="409073" y="1462422"/>
            <a:ext cx="8397900" cy="3532500"/>
          </a:xfrm>
          <a:prstGeom prst="rect">
            <a:avLst/>
          </a:prstGeom>
          <a:noFill/>
          <a:ln>
            <a:noFill/>
          </a:ln>
        </p:spPr>
        <p:txBody>
          <a:bodyPr anchorCtr="0" anchor="t" bIns="34275" lIns="68575" spcFirstLastPara="1" rIns="68575" wrap="square" tIns="34275">
            <a:spAutoFit/>
          </a:bodyPr>
          <a:lstStyle/>
          <a:p>
            <a:pPr indent="-209550" lvl="0" marL="215900" marR="0" rtl="0" algn="l">
              <a:lnSpc>
                <a:spcPct val="200000"/>
              </a:lnSpc>
              <a:spcBef>
                <a:spcPts val="0"/>
              </a:spcBef>
              <a:spcAft>
                <a:spcPts val="0"/>
              </a:spcAft>
              <a:buClr>
                <a:srgbClr val="000000"/>
              </a:buClr>
              <a:buSzPts val="2100"/>
              <a:buFont typeface="Noto Sans Symbols"/>
              <a:buChar char="❑"/>
            </a:pPr>
            <a:r>
              <a:rPr b="1" i="0" lang="en" sz="2100" u="none" cap="none" strike="noStrike">
                <a:solidFill>
                  <a:srgbClr val="000000"/>
                </a:solidFill>
                <a:latin typeface="Arial"/>
                <a:ea typeface="Arial"/>
                <a:cs typeface="Arial"/>
                <a:sym typeface="Arial"/>
              </a:rPr>
              <a:t>Limitations: </a:t>
            </a:r>
            <a:endParaRPr b="0" i="0" sz="1100" u="none" cap="none" strike="noStrike">
              <a:solidFill>
                <a:srgbClr val="000000"/>
              </a:solidFill>
              <a:latin typeface="Arial"/>
              <a:ea typeface="Arial"/>
              <a:cs typeface="Arial"/>
              <a:sym typeface="Arial"/>
            </a:endParaRPr>
          </a:p>
          <a:p>
            <a:pPr indent="-254000" lvl="0" marL="254000" marR="0" rtl="0" algn="l">
              <a:lnSpc>
                <a:spcPct val="200000"/>
              </a:lnSpc>
              <a:spcBef>
                <a:spcPts val="0"/>
              </a:spcBef>
              <a:spcAft>
                <a:spcPts val="0"/>
              </a:spcAft>
              <a:buClr>
                <a:srgbClr val="000000"/>
              </a:buClr>
              <a:buSzPts val="1800"/>
              <a:buFont typeface="Noto Sans Symbols"/>
              <a:buChar char="▪"/>
            </a:pPr>
            <a:r>
              <a:rPr b="0" i="0" lang="en" sz="1800" u="none" cap="none" strike="noStrike">
                <a:solidFill>
                  <a:srgbClr val="000000"/>
                </a:solidFill>
                <a:latin typeface="Arial"/>
                <a:ea typeface="Arial"/>
                <a:cs typeface="Arial"/>
                <a:sym typeface="Arial"/>
              </a:rPr>
              <a:t>Inefficient for large datasets especially if the target is near the end</a:t>
            </a:r>
            <a:endParaRPr b="0" i="0" sz="1100" u="none" cap="none" strike="noStrike">
              <a:solidFill>
                <a:srgbClr val="000000"/>
              </a:solidFill>
              <a:latin typeface="Arial"/>
              <a:ea typeface="Arial"/>
              <a:cs typeface="Arial"/>
              <a:sym typeface="Arial"/>
            </a:endParaRPr>
          </a:p>
          <a:p>
            <a:pPr indent="-209550" lvl="0" marL="215900" marR="0" rtl="0" algn="l">
              <a:lnSpc>
                <a:spcPct val="200000"/>
              </a:lnSpc>
              <a:spcBef>
                <a:spcPts val="0"/>
              </a:spcBef>
              <a:spcAft>
                <a:spcPts val="0"/>
              </a:spcAft>
              <a:buClr>
                <a:srgbClr val="000000"/>
              </a:buClr>
              <a:buSzPts val="2100"/>
              <a:buFont typeface="Noto Sans Symbols"/>
              <a:buChar char="❑"/>
            </a:pPr>
            <a:r>
              <a:rPr b="1" i="0" lang="en" sz="2100" u="none" cap="none" strike="noStrike">
                <a:solidFill>
                  <a:srgbClr val="000000"/>
                </a:solidFill>
                <a:latin typeface="Arial"/>
                <a:ea typeface="Arial"/>
                <a:cs typeface="Arial"/>
                <a:sym typeface="Arial"/>
              </a:rPr>
              <a:t>Advantages: </a:t>
            </a:r>
            <a:endParaRPr b="0" i="0" sz="1100" u="none" cap="none" strike="noStrike">
              <a:solidFill>
                <a:srgbClr val="000000"/>
              </a:solidFill>
              <a:latin typeface="Arial"/>
              <a:ea typeface="Arial"/>
              <a:cs typeface="Arial"/>
              <a:sym typeface="Arial"/>
            </a:endParaRPr>
          </a:p>
          <a:p>
            <a:pPr indent="-336550" lvl="0" marL="342900" marR="0" rtl="0" algn="l">
              <a:lnSpc>
                <a:spcPct val="200000"/>
              </a:lnSpc>
              <a:spcBef>
                <a:spcPts val="0"/>
              </a:spcBef>
              <a:spcAft>
                <a:spcPts val="0"/>
              </a:spcAft>
              <a:buClr>
                <a:srgbClr val="000000"/>
              </a:buClr>
              <a:buSzPts val="2100"/>
              <a:buFont typeface="Noto Sans Symbols"/>
              <a:buChar char="▪"/>
            </a:pPr>
            <a:r>
              <a:rPr b="0" i="0" lang="en" sz="2100" u="none" cap="none" strike="noStrike">
                <a:solidFill>
                  <a:srgbClr val="000000"/>
                </a:solidFill>
                <a:latin typeface="Arial"/>
                <a:ea typeface="Arial"/>
                <a:cs typeface="Arial"/>
                <a:sym typeface="Arial"/>
              </a:rPr>
              <a:t>Simplicity, easy to understand and implement</a:t>
            </a:r>
            <a:endParaRPr b="0" i="0" sz="1100" u="none" cap="none" strike="noStrike">
              <a:solidFill>
                <a:srgbClr val="000000"/>
              </a:solidFill>
              <a:latin typeface="Arial"/>
              <a:ea typeface="Arial"/>
              <a:cs typeface="Arial"/>
              <a:sym typeface="Arial"/>
            </a:endParaRPr>
          </a:p>
          <a:p>
            <a:pPr indent="-336550" lvl="0" marL="342900" marR="0" rtl="0" algn="l">
              <a:lnSpc>
                <a:spcPct val="200000"/>
              </a:lnSpc>
              <a:spcBef>
                <a:spcPts val="0"/>
              </a:spcBef>
              <a:spcAft>
                <a:spcPts val="0"/>
              </a:spcAft>
              <a:buClr>
                <a:srgbClr val="000000"/>
              </a:buClr>
              <a:buSzPts val="2100"/>
              <a:buFont typeface="Noto Sans Symbols"/>
              <a:buChar char="▪"/>
            </a:pPr>
            <a:r>
              <a:rPr b="0" i="0" lang="en" sz="2100" u="none" cap="none" strike="noStrike">
                <a:solidFill>
                  <a:srgbClr val="000000"/>
                </a:solidFill>
                <a:latin typeface="Arial"/>
                <a:ea typeface="Arial"/>
                <a:cs typeface="Arial"/>
                <a:sym typeface="Arial"/>
              </a:rPr>
              <a:t>Can be done on both ordered or unordered structure or string</a:t>
            </a:r>
            <a:endParaRPr b="0" i="0" sz="11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2100"/>
              <a:buFont typeface="Arial"/>
              <a:buNone/>
            </a:pPr>
            <a:r>
              <a:t/>
            </a:r>
            <a:endParaRPr b="1" i="0" sz="21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7"/>
          <p:cNvSpPr txBox="1"/>
          <p:nvPr/>
        </p:nvSpPr>
        <p:spPr>
          <a:xfrm>
            <a:off x="415090" y="603252"/>
            <a:ext cx="83139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n" sz="3000">
                <a:solidFill>
                  <a:srgbClr val="000000"/>
                </a:solidFill>
              </a:rPr>
              <a:t>Searching-Ordered Structure Binary Search</a:t>
            </a:r>
            <a:endParaRPr sz="3300">
              <a:solidFill>
                <a:srgbClr val="000000"/>
              </a:solidFill>
              <a:latin typeface="Calibri"/>
              <a:ea typeface="Calibri"/>
              <a:cs typeface="Calibri"/>
              <a:sym typeface="Calibri"/>
            </a:endParaRPr>
          </a:p>
        </p:txBody>
      </p:sp>
      <p:sp>
        <p:nvSpPr>
          <p:cNvPr id="106" name="Google Shape;106;p17"/>
          <p:cNvSpPr txBox="1"/>
          <p:nvPr/>
        </p:nvSpPr>
        <p:spPr>
          <a:xfrm>
            <a:off x="577454" y="1883903"/>
            <a:ext cx="8313600" cy="2978400"/>
          </a:xfrm>
          <a:prstGeom prst="rect">
            <a:avLst/>
          </a:prstGeom>
          <a:noFill/>
          <a:ln>
            <a:noFill/>
          </a:ln>
        </p:spPr>
        <p:txBody>
          <a:bodyPr anchorCtr="0" anchor="t" bIns="34275" lIns="68575" spcFirstLastPara="1" rIns="68575" wrap="square" tIns="34275">
            <a:spAutoFit/>
          </a:bodyPr>
          <a:lstStyle/>
          <a:p>
            <a:pPr indent="-336550" lvl="0" marL="342900" marR="0" rtl="0" algn="l">
              <a:lnSpc>
                <a:spcPct val="200000"/>
              </a:lnSpc>
              <a:spcBef>
                <a:spcPts val="0"/>
              </a:spcBef>
              <a:spcAft>
                <a:spcPts val="0"/>
              </a:spcAft>
              <a:buClr>
                <a:srgbClr val="000000"/>
              </a:buClr>
              <a:buSzPts val="2100"/>
              <a:buFont typeface="Noto Sans Symbols"/>
              <a:buChar char="❑"/>
            </a:pPr>
            <a:r>
              <a:rPr b="0" i="0" lang="en" sz="2100" u="none" cap="none" strike="noStrike">
                <a:solidFill>
                  <a:srgbClr val="000000"/>
                </a:solidFill>
                <a:latin typeface="Arial"/>
                <a:ea typeface="Arial"/>
                <a:cs typeface="Arial"/>
                <a:sym typeface="Arial"/>
              </a:rPr>
              <a:t>If the string or list is ordered (e.g., 'abcdefgh'), there is another alternative to searching every element to look for a specific letter.</a:t>
            </a:r>
            <a:endParaRPr b="0" i="0" sz="2100" u="none" cap="none" strike="noStrike">
              <a:solidFill>
                <a:srgbClr val="000000"/>
              </a:solidFill>
              <a:latin typeface="Arial"/>
              <a:ea typeface="Arial"/>
              <a:cs typeface="Arial"/>
              <a:sym typeface="Arial"/>
            </a:endParaRPr>
          </a:p>
          <a:p>
            <a:pPr indent="-336550" lvl="0" marL="342900" marR="0" rtl="0" algn="l">
              <a:lnSpc>
                <a:spcPct val="200000"/>
              </a:lnSpc>
              <a:spcBef>
                <a:spcPts val="0"/>
              </a:spcBef>
              <a:spcAft>
                <a:spcPts val="0"/>
              </a:spcAft>
              <a:buClr>
                <a:srgbClr val="000000"/>
              </a:buClr>
              <a:buSzPts val="2100"/>
              <a:buFont typeface="Noto Sans Symbols"/>
              <a:buChar char="❑"/>
            </a:pPr>
            <a:r>
              <a:rPr b="0" i="0" lang="en" sz="2100" u="none" cap="none" strike="noStrike">
                <a:solidFill>
                  <a:srgbClr val="000000"/>
                </a:solidFill>
                <a:latin typeface="Arial"/>
                <a:ea typeface="Arial"/>
                <a:cs typeface="Arial"/>
                <a:sym typeface="Arial"/>
              </a:rPr>
              <a:t>We can use the </a:t>
            </a:r>
            <a:r>
              <a:rPr b="1" i="0" lang="en" sz="2100" u="none" cap="none" strike="noStrike">
                <a:solidFill>
                  <a:srgbClr val="FF0000"/>
                </a:solidFill>
                <a:latin typeface="Arial"/>
                <a:ea typeface="Arial"/>
                <a:cs typeface="Arial"/>
                <a:sym typeface="Arial"/>
              </a:rPr>
              <a:t>divide-and-conquer</a:t>
            </a:r>
            <a:r>
              <a:rPr b="0" i="0" lang="en" sz="2100" u="none" cap="none" strike="noStrike">
                <a:solidFill>
                  <a:srgbClr val="000000"/>
                </a:solidFill>
                <a:latin typeface="Arial"/>
                <a:ea typeface="Arial"/>
                <a:cs typeface="Arial"/>
                <a:sym typeface="Arial"/>
              </a:rPr>
              <a:t> strategy:</a:t>
            </a:r>
            <a:endParaRPr b="0" i="0" sz="21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2100"/>
              <a:buFont typeface="Arial"/>
              <a:buNone/>
            </a:pPr>
            <a:br>
              <a:rPr b="0" i="0" lang="en" sz="2100" u="none" cap="none" strike="noStrike">
                <a:solidFill>
                  <a:srgbClr val="000000"/>
                </a:solidFill>
                <a:latin typeface="Arial"/>
                <a:ea typeface="Arial"/>
                <a:cs typeface="Arial"/>
                <a:sym typeface="Arial"/>
              </a:rPr>
            </a:br>
            <a:endParaRPr b="0" i="0" sz="21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nvSpPr>
        <p:spPr>
          <a:xfrm>
            <a:off x="1917157" y="192441"/>
            <a:ext cx="52338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n" sz="3300">
                <a:solidFill>
                  <a:srgbClr val="000000"/>
                </a:solidFill>
              </a:rPr>
              <a:t>Searching-Binary Search</a:t>
            </a:r>
            <a:endParaRPr sz="3300">
              <a:solidFill>
                <a:srgbClr val="000000"/>
              </a:solidFill>
              <a:latin typeface="Calibri"/>
              <a:ea typeface="Calibri"/>
              <a:cs typeface="Calibri"/>
              <a:sym typeface="Calibri"/>
            </a:endParaRPr>
          </a:p>
        </p:txBody>
      </p:sp>
      <p:sp>
        <p:nvSpPr>
          <p:cNvPr id="112" name="Google Shape;112;p18"/>
          <p:cNvSpPr txBox="1"/>
          <p:nvPr/>
        </p:nvSpPr>
        <p:spPr>
          <a:xfrm>
            <a:off x="529390" y="1094875"/>
            <a:ext cx="3248700" cy="4502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2F5496"/>
                </a:solidFill>
                <a:latin typeface="Calibri"/>
                <a:ea typeface="Calibri"/>
                <a:cs typeface="Calibri"/>
                <a:sym typeface="Calibri"/>
              </a:rPr>
              <a:t>def ordered_find(c, string):</a:t>
            </a:r>
            <a:endParaRPr b="0" i="0" sz="1800" u="none" cap="none" strike="noStrike">
              <a:solidFill>
                <a:srgbClr val="2F5496"/>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2F5496"/>
                </a:solidFill>
                <a:latin typeface="Calibri"/>
                <a:ea typeface="Calibri"/>
                <a:cs typeface="Calibri"/>
                <a:sym typeface="Calibri"/>
              </a:rPr>
              <a:t>    start = 0</a:t>
            </a:r>
            <a:endParaRPr b="0" i="0" sz="1800" u="none" cap="none" strike="noStrike">
              <a:solidFill>
                <a:srgbClr val="2F5496"/>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2F5496"/>
                </a:solidFill>
                <a:latin typeface="Calibri"/>
                <a:ea typeface="Calibri"/>
                <a:cs typeface="Calibri"/>
                <a:sym typeface="Calibri"/>
              </a:rPr>
              <a:t>    end = len(string)-1</a:t>
            </a:r>
            <a:endParaRPr b="0" i="0" sz="1800" u="none" cap="none" strike="noStrike">
              <a:solidFill>
                <a:srgbClr val="2F5496"/>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2F5496"/>
                </a:solidFill>
                <a:latin typeface="Calibri"/>
                <a:ea typeface="Calibri"/>
                <a:cs typeface="Calibri"/>
                <a:sym typeface="Calibri"/>
              </a:rPr>
              <a:t>    while True:</a:t>
            </a:r>
            <a:endParaRPr b="0" i="0" sz="1800" u="none" cap="none" strike="noStrike">
              <a:solidFill>
                <a:srgbClr val="2F5496"/>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2F5496"/>
                </a:solidFill>
                <a:latin typeface="Calibri"/>
                <a:ea typeface="Calibri"/>
                <a:cs typeface="Calibri"/>
                <a:sym typeface="Calibri"/>
              </a:rPr>
              <a:t>        mid = (start + end)//2</a:t>
            </a:r>
            <a:endParaRPr b="0" i="0" sz="1800" u="none" cap="none" strike="noStrike">
              <a:solidFill>
                <a:srgbClr val="2F5496"/>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2F5496"/>
                </a:solidFill>
                <a:latin typeface="Calibri"/>
                <a:ea typeface="Calibri"/>
                <a:cs typeface="Calibri"/>
                <a:sym typeface="Calibri"/>
              </a:rPr>
              <a:t>        if c == string[mid] :</a:t>
            </a:r>
            <a:endParaRPr b="0" i="0" sz="1800" u="none" cap="none" strike="noStrike">
              <a:solidFill>
                <a:srgbClr val="2F5496"/>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2F5496"/>
                </a:solidFill>
                <a:latin typeface="Calibri"/>
                <a:ea typeface="Calibri"/>
                <a:cs typeface="Calibri"/>
                <a:sym typeface="Calibri"/>
              </a:rPr>
              <a:t>            return mid</a:t>
            </a:r>
            <a:endParaRPr b="0" i="0" sz="1800" u="none" cap="none" strike="noStrike">
              <a:solidFill>
                <a:srgbClr val="2F5496"/>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2F5496"/>
                </a:solidFill>
                <a:latin typeface="Calibri"/>
                <a:ea typeface="Calibri"/>
                <a:cs typeface="Calibri"/>
                <a:sym typeface="Calibri"/>
              </a:rPr>
              <a:t>        if start == end :</a:t>
            </a:r>
            <a:endParaRPr b="0" i="0" sz="1800" u="none" cap="none" strike="noStrike">
              <a:solidFill>
                <a:srgbClr val="2F5496"/>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2F5496"/>
                </a:solidFill>
                <a:latin typeface="Calibri"/>
                <a:ea typeface="Calibri"/>
                <a:cs typeface="Calibri"/>
                <a:sym typeface="Calibri"/>
              </a:rPr>
              <a:t>            return -1</a:t>
            </a:r>
            <a:endParaRPr b="0" i="0" sz="1800" u="none" cap="none" strike="noStrike">
              <a:solidFill>
                <a:srgbClr val="2F5496"/>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2F5496"/>
                </a:solidFill>
                <a:latin typeface="Calibri"/>
                <a:ea typeface="Calibri"/>
                <a:cs typeface="Calibri"/>
                <a:sym typeface="Calibri"/>
              </a:rPr>
              <a:t>        if c &lt; string[mid] :</a:t>
            </a:r>
            <a:endParaRPr b="0" i="0" sz="1800" u="none" cap="none" strike="noStrike">
              <a:solidFill>
                <a:srgbClr val="2F5496"/>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2F5496"/>
                </a:solidFill>
                <a:latin typeface="Calibri"/>
                <a:ea typeface="Calibri"/>
                <a:cs typeface="Calibri"/>
                <a:sym typeface="Calibri"/>
              </a:rPr>
              <a:t>            end = mid-1</a:t>
            </a:r>
            <a:endParaRPr b="0" i="0" sz="1800" u="none" cap="none" strike="noStrike">
              <a:solidFill>
                <a:srgbClr val="2F5496"/>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2F5496"/>
                </a:solidFill>
                <a:latin typeface="Calibri"/>
                <a:ea typeface="Calibri"/>
                <a:cs typeface="Calibri"/>
                <a:sym typeface="Calibri"/>
              </a:rPr>
              <a:t>        else :</a:t>
            </a:r>
            <a:endParaRPr b="0" i="0" sz="1800" u="none" cap="none" strike="noStrike">
              <a:solidFill>
                <a:srgbClr val="2F5496"/>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2F5496"/>
                </a:solidFill>
                <a:latin typeface="Calibri"/>
                <a:ea typeface="Calibri"/>
                <a:cs typeface="Calibri"/>
                <a:sym typeface="Calibri"/>
              </a:rPr>
              <a:t>            start = mid +1</a:t>
            </a:r>
            <a:endParaRPr b="0" i="0" sz="1800" u="none" cap="none" strike="noStrike">
              <a:solidFill>
                <a:srgbClr val="2F5496"/>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2F5496"/>
                </a:solidFill>
                <a:latin typeface="Calibri"/>
                <a:ea typeface="Calibri"/>
                <a:cs typeface="Calibri"/>
                <a:sym typeface="Calibri"/>
              </a:rPr>
              <a:t>     </a:t>
            </a:r>
            <a:endParaRPr b="0" i="0" sz="1800" u="none" cap="none" strike="noStrike">
              <a:solidFill>
                <a:srgbClr val="2F5496"/>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br>
              <a:rPr b="0" i="0" lang="en" sz="1800" u="none" cap="none" strike="noStrike">
                <a:solidFill>
                  <a:srgbClr val="2F5496"/>
                </a:solidFill>
                <a:latin typeface="Calibri"/>
                <a:ea typeface="Calibri"/>
                <a:cs typeface="Calibri"/>
                <a:sym typeface="Calibri"/>
              </a:rPr>
            </a:br>
            <a:endParaRPr b="0" i="0" sz="1800" u="none" cap="none" strike="noStrike">
              <a:solidFill>
                <a:srgbClr val="2F5496"/>
              </a:solidFill>
              <a:latin typeface="Calibri"/>
              <a:ea typeface="Calibri"/>
              <a:cs typeface="Calibri"/>
              <a:sym typeface="Calibri"/>
            </a:endParaRPr>
          </a:p>
        </p:txBody>
      </p:sp>
      <p:sp>
        <p:nvSpPr>
          <p:cNvPr id="113" name="Google Shape;113;p18"/>
          <p:cNvSpPr txBox="1"/>
          <p:nvPr/>
        </p:nvSpPr>
        <p:spPr>
          <a:xfrm>
            <a:off x="4376394" y="1332286"/>
            <a:ext cx="4033800" cy="3193800"/>
          </a:xfrm>
          <a:prstGeom prst="rect">
            <a:avLst/>
          </a:prstGeom>
          <a:solidFill>
            <a:srgbClr val="F2F2F2"/>
          </a:solidFill>
          <a:ln>
            <a:noFill/>
          </a:ln>
        </p:spPr>
        <p:txBody>
          <a:bodyPr anchorCtr="0" anchor="t" bIns="34275" lIns="68575" spcFirstLastPara="1" rIns="68575" wrap="square" tIns="34275">
            <a:spAutoFit/>
          </a:bodyPr>
          <a:lstStyle/>
          <a:p>
            <a:pPr indent="-215900" lvl="0" marL="215900" marR="0" rtl="0" algn="just">
              <a:lnSpc>
                <a:spcPct val="150000"/>
              </a:lnSpc>
              <a:spcBef>
                <a:spcPts val="0"/>
              </a:spcBef>
              <a:spcAft>
                <a:spcPts val="0"/>
              </a:spcAft>
              <a:buClr>
                <a:srgbClr val="000000"/>
              </a:buClr>
              <a:buSzPts val="1400"/>
              <a:buFont typeface="Noto Sans Symbols"/>
              <a:buChar char="❑"/>
            </a:pPr>
            <a:r>
              <a:rPr b="0" i="0" lang="en" sz="1400" u="none" cap="none" strike="noStrike">
                <a:solidFill>
                  <a:srgbClr val="000000"/>
                </a:solidFill>
                <a:latin typeface="Calibri"/>
                <a:ea typeface="Calibri"/>
                <a:cs typeface="Calibri"/>
                <a:sym typeface="Calibri"/>
              </a:rPr>
              <a:t>search for a character c in a sorted string.</a:t>
            </a:r>
            <a:endParaRPr b="0" i="0" sz="1400" u="none" cap="none" strike="noStrike">
              <a:solidFill>
                <a:srgbClr val="000000"/>
              </a:solidFill>
              <a:latin typeface="Arial"/>
              <a:ea typeface="Arial"/>
              <a:cs typeface="Arial"/>
              <a:sym typeface="Arial"/>
            </a:endParaRPr>
          </a:p>
          <a:p>
            <a:pPr indent="-215900" lvl="0" marL="215900" marR="0" rtl="0" algn="just">
              <a:lnSpc>
                <a:spcPct val="150000"/>
              </a:lnSpc>
              <a:spcBef>
                <a:spcPts val="0"/>
              </a:spcBef>
              <a:spcAft>
                <a:spcPts val="0"/>
              </a:spcAft>
              <a:buClr>
                <a:srgbClr val="000000"/>
              </a:buClr>
              <a:buSzPts val="1400"/>
              <a:buFont typeface="Noto Sans Symbols"/>
              <a:buChar char="❑"/>
            </a:pPr>
            <a:r>
              <a:rPr b="0" i="0" lang="en" sz="1400" u="none" cap="none" strike="noStrike">
                <a:solidFill>
                  <a:srgbClr val="000000"/>
                </a:solidFill>
                <a:latin typeface="Calibri"/>
                <a:ea typeface="Calibri"/>
                <a:cs typeface="Calibri"/>
                <a:sym typeface="Calibri"/>
              </a:rPr>
              <a:t>start index is set to 0 and the end index is set to the last index of the string (len(string) - 1)</a:t>
            </a:r>
            <a:endParaRPr b="0" i="0" sz="1400" u="none" cap="none" strike="noStrike">
              <a:solidFill>
                <a:srgbClr val="000000"/>
              </a:solidFill>
              <a:latin typeface="Arial"/>
              <a:ea typeface="Arial"/>
              <a:cs typeface="Arial"/>
              <a:sym typeface="Arial"/>
            </a:endParaRPr>
          </a:p>
          <a:p>
            <a:pPr indent="-215900" lvl="0" marL="215900" marR="0" rtl="0" algn="just">
              <a:lnSpc>
                <a:spcPct val="150000"/>
              </a:lnSpc>
              <a:spcBef>
                <a:spcPts val="0"/>
              </a:spcBef>
              <a:spcAft>
                <a:spcPts val="0"/>
              </a:spcAft>
              <a:buClr>
                <a:srgbClr val="000000"/>
              </a:buClr>
              <a:buSzPts val="1400"/>
              <a:buFont typeface="Noto Sans Symbols"/>
              <a:buChar char="❑"/>
            </a:pPr>
            <a:r>
              <a:rPr b="0" i="0" lang="en" sz="1400" u="none" cap="none" strike="noStrike">
                <a:solidFill>
                  <a:srgbClr val="000000"/>
                </a:solidFill>
                <a:latin typeface="Calibri"/>
                <a:ea typeface="Calibri"/>
                <a:cs typeface="Calibri"/>
                <a:sym typeface="Calibri"/>
              </a:rPr>
              <a:t>While loop is used until the char is found</a:t>
            </a:r>
            <a:endParaRPr b="0" i="0" sz="1400" u="none" cap="none" strike="noStrike">
              <a:solidFill>
                <a:srgbClr val="000000"/>
              </a:solidFill>
              <a:latin typeface="Arial"/>
              <a:ea typeface="Arial"/>
              <a:cs typeface="Arial"/>
              <a:sym typeface="Arial"/>
            </a:endParaRPr>
          </a:p>
          <a:p>
            <a:pPr indent="-215900" lvl="0" marL="215900" marR="0" rtl="0" algn="just">
              <a:lnSpc>
                <a:spcPct val="150000"/>
              </a:lnSpc>
              <a:spcBef>
                <a:spcPts val="0"/>
              </a:spcBef>
              <a:spcAft>
                <a:spcPts val="0"/>
              </a:spcAft>
              <a:buClr>
                <a:srgbClr val="000000"/>
              </a:buClr>
              <a:buSzPts val="1400"/>
              <a:buFont typeface="Noto Sans Symbols"/>
              <a:buChar char="❑"/>
            </a:pPr>
            <a:r>
              <a:rPr b="0" i="0" lang="en" sz="1400" u="none" cap="none" strike="noStrike">
                <a:solidFill>
                  <a:srgbClr val="000000"/>
                </a:solidFill>
                <a:latin typeface="Calibri"/>
                <a:ea typeface="Calibri"/>
                <a:cs typeface="Calibri"/>
                <a:sym typeface="Calibri"/>
              </a:rPr>
              <a:t>middle index is calculated as the average</a:t>
            </a:r>
            <a:endParaRPr b="0" i="0" sz="1400" u="none" cap="none" strike="noStrike">
              <a:solidFill>
                <a:srgbClr val="000000"/>
              </a:solidFill>
              <a:latin typeface="Arial"/>
              <a:ea typeface="Arial"/>
              <a:cs typeface="Arial"/>
              <a:sym typeface="Arial"/>
            </a:endParaRPr>
          </a:p>
          <a:p>
            <a:pPr indent="-215900" lvl="0" marL="215900" marR="0" rtl="0" algn="just">
              <a:lnSpc>
                <a:spcPct val="150000"/>
              </a:lnSpc>
              <a:spcBef>
                <a:spcPts val="0"/>
              </a:spcBef>
              <a:spcAft>
                <a:spcPts val="0"/>
              </a:spcAft>
              <a:buClr>
                <a:srgbClr val="000000"/>
              </a:buClr>
              <a:buSzPts val="1400"/>
              <a:buFont typeface="Noto Sans Symbols"/>
              <a:buChar char="❑"/>
            </a:pPr>
            <a:r>
              <a:rPr b="0" i="0" lang="en" sz="1400" u="none" cap="none" strike="noStrike">
                <a:solidFill>
                  <a:srgbClr val="000000"/>
                </a:solidFill>
                <a:latin typeface="Calibri"/>
                <a:ea typeface="Calibri"/>
                <a:cs typeface="Calibri"/>
                <a:sym typeface="Calibri"/>
              </a:rPr>
              <a:t>If the character is less than the character at the middle index, the search range is narrowed</a:t>
            </a:r>
            <a:endParaRPr b="0" i="0" sz="1400" u="none" cap="none" strike="noStrike">
              <a:solidFill>
                <a:srgbClr val="000000"/>
              </a:solidFill>
              <a:latin typeface="Arial"/>
              <a:ea typeface="Arial"/>
              <a:cs typeface="Arial"/>
              <a:sym typeface="Arial"/>
            </a:endParaRPr>
          </a:p>
          <a:p>
            <a:pPr indent="-215900" lvl="0" marL="215900" marR="0" rtl="0" algn="just">
              <a:lnSpc>
                <a:spcPct val="150000"/>
              </a:lnSpc>
              <a:spcBef>
                <a:spcPts val="0"/>
              </a:spcBef>
              <a:spcAft>
                <a:spcPts val="0"/>
              </a:spcAft>
              <a:buClr>
                <a:srgbClr val="000000"/>
              </a:buClr>
              <a:buSzPts val="1400"/>
              <a:buFont typeface="Noto Sans Symbols"/>
              <a:buChar char="❑"/>
            </a:pPr>
            <a:r>
              <a:rPr b="0" i="0" lang="en" sz="1400" u="none" cap="none" strike="noStrike">
                <a:solidFill>
                  <a:srgbClr val="000000"/>
                </a:solidFill>
                <a:latin typeface="Calibri"/>
                <a:ea typeface="Calibri"/>
                <a:cs typeface="Calibri"/>
                <a:sym typeface="Calibri"/>
              </a:rPr>
              <a:t>The loop then continues with the narrowed search range until the character is found </a:t>
            </a:r>
            <a:endParaRPr b="0" i="0" sz="1400" u="none" cap="none" strike="noStrike">
              <a:solidFill>
                <a:srgbClr val="000000"/>
              </a:solidFill>
              <a:latin typeface="Arial"/>
              <a:ea typeface="Arial"/>
              <a:cs typeface="Arial"/>
              <a:sym typeface="Arial"/>
            </a:endParaRPr>
          </a:p>
          <a:p>
            <a:pPr indent="-127000" lvl="0" marL="215900" marR="0" rtl="0" algn="l">
              <a:lnSpc>
                <a:spcPct val="15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9"/>
          <p:cNvSpPr txBox="1"/>
          <p:nvPr/>
        </p:nvSpPr>
        <p:spPr>
          <a:xfrm>
            <a:off x="3051928" y="292585"/>
            <a:ext cx="30402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n" sz="3300">
                <a:solidFill>
                  <a:srgbClr val="000000"/>
                </a:solidFill>
              </a:rPr>
              <a:t>Binary Search</a:t>
            </a:r>
            <a:endParaRPr sz="3300">
              <a:solidFill>
                <a:srgbClr val="000000"/>
              </a:solidFill>
              <a:latin typeface="Calibri"/>
              <a:ea typeface="Calibri"/>
              <a:cs typeface="Calibri"/>
              <a:sym typeface="Calibri"/>
            </a:endParaRPr>
          </a:p>
        </p:txBody>
      </p:sp>
      <p:pic>
        <p:nvPicPr>
          <p:cNvPr descr="Binary Search. Searching in a sorted array or a binary… | by jb stevenard |  Geek Culture | Medium" id="119" name="Google Shape;119;p19"/>
          <p:cNvPicPr preferRelativeResize="0"/>
          <p:nvPr/>
        </p:nvPicPr>
        <p:blipFill rotWithShape="1">
          <a:blip r:embed="rId3">
            <a:alphaModFix/>
          </a:blip>
          <a:srcRect b="0" l="0" r="0" t="0"/>
          <a:stretch/>
        </p:blipFill>
        <p:spPr>
          <a:xfrm>
            <a:off x="769168" y="1629217"/>
            <a:ext cx="6686550" cy="3171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0"/>
          <p:cNvPicPr preferRelativeResize="0"/>
          <p:nvPr/>
        </p:nvPicPr>
        <p:blipFill>
          <a:blip r:embed="rId3">
            <a:alphaModFix/>
          </a:blip>
          <a:stretch>
            <a:fillRect/>
          </a:stretch>
        </p:blipFill>
        <p:spPr>
          <a:xfrm>
            <a:off x="1757575" y="995475"/>
            <a:ext cx="5757650" cy="3024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nvSpPr>
        <p:spPr>
          <a:xfrm>
            <a:off x="1121397" y="468250"/>
            <a:ext cx="6660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n" sz="3300">
                <a:solidFill>
                  <a:srgbClr val="000000"/>
                </a:solidFill>
              </a:rPr>
              <a:t>Advantages and Limitations</a:t>
            </a:r>
            <a:endParaRPr sz="3300">
              <a:solidFill>
                <a:srgbClr val="000000"/>
              </a:solidFill>
              <a:latin typeface="Calibri"/>
              <a:ea typeface="Calibri"/>
              <a:cs typeface="Calibri"/>
              <a:sym typeface="Calibri"/>
            </a:endParaRPr>
          </a:p>
        </p:txBody>
      </p:sp>
      <p:sp>
        <p:nvSpPr>
          <p:cNvPr id="130" name="Google Shape;130;p21"/>
          <p:cNvSpPr txBox="1"/>
          <p:nvPr/>
        </p:nvSpPr>
        <p:spPr>
          <a:xfrm>
            <a:off x="625640" y="1759015"/>
            <a:ext cx="7652100" cy="2285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Advantages: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54000" lvl="0" marL="254000" marR="0" rtl="0" algn="l">
              <a:lnSpc>
                <a:spcPct val="100000"/>
              </a:lnSpc>
              <a:spcBef>
                <a:spcPts val="0"/>
              </a:spcBef>
              <a:spcAft>
                <a:spcPts val="0"/>
              </a:spcAft>
              <a:buClr>
                <a:srgbClr val="000000"/>
              </a:buClr>
              <a:buSzPts val="1800"/>
              <a:buFont typeface="Noto Sans Symbols"/>
              <a:buChar char="▪"/>
            </a:pPr>
            <a:r>
              <a:rPr b="0" i="0" lang="en" sz="1800" u="none" cap="none" strike="noStrike">
                <a:solidFill>
                  <a:srgbClr val="000000"/>
                </a:solidFill>
                <a:latin typeface="Arial"/>
                <a:ea typeface="Arial"/>
                <a:cs typeface="Arial"/>
                <a:sym typeface="Arial"/>
              </a:rPr>
              <a:t>Faster than common linear search as it uses divide and conquer method</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Limitations: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254000" lvl="0" marL="254000" marR="0" rtl="0" algn="l">
              <a:lnSpc>
                <a:spcPct val="100000"/>
              </a:lnSpc>
              <a:spcBef>
                <a:spcPts val="0"/>
              </a:spcBef>
              <a:spcAft>
                <a:spcPts val="0"/>
              </a:spcAft>
              <a:buClr>
                <a:srgbClr val="000000"/>
              </a:buClr>
              <a:buSzPts val="1800"/>
              <a:buFont typeface="Noto Sans Symbols"/>
              <a:buChar char="▪"/>
            </a:pPr>
            <a:r>
              <a:rPr b="0" i="0" lang="en" sz="1800" u="none" cap="none" strike="noStrike">
                <a:solidFill>
                  <a:srgbClr val="000000"/>
                </a:solidFill>
                <a:latin typeface="Arial"/>
                <a:ea typeface="Arial"/>
                <a:cs typeface="Arial"/>
                <a:sym typeface="Arial"/>
              </a:rPr>
              <a:t>Can't perform any operation if data is not sorted.</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txBox="1"/>
          <p:nvPr/>
        </p:nvSpPr>
        <p:spPr>
          <a:xfrm>
            <a:off x="3233763" y="492419"/>
            <a:ext cx="19251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n" sz="3300">
                <a:solidFill>
                  <a:srgbClr val="000000"/>
                </a:solidFill>
              </a:rPr>
              <a:t>Sorting</a:t>
            </a:r>
            <a:endParaRPr sz="3300">
              <a:solidFill>
                <a:srgbClr val="000000"/>
              </a:solidFill>
              <a:latin typeface="Calibri"/>
              <a:ea typeface="Calibri"/>
              <a:cs typeface="Calibri"/>
              <a:sym typeface="Calibri"/>
            </a:endParaRPr>
          </a:p>
        </p:txBody>
      </p:sp>
      <p:sp>
        <p:nvSpPr>
          <p:cNvPr id="136" name="Google Shape;136;p22"/>
          <p:cNvSpPr txBox="1"/>
          <p:nvPr/>
        </p:nvSpPr>
        <p:spPr>
          <a:xfrm>
            <a:off x="382279" y="1486591"/>
            <a:ext cx="8662800" cy="2562900"/>
          </a:xfrm>
          <a:prstGeom prst="rect">
            <a:avLst/>
          </a:prstGeom>
          <a:noFill/>
          <a:ln>
            <a:noFill/>
          </a:ln>
        </p:spPr>
        <p:txBody>
          <a:bodyPr anchorCtr="0" anchor="t" bIns="34275" lIns="68575" spcFirstLastPara="1" rIns="68575" wrap="square" tIns="34275">
            <a:spAutoFit/>
          </a:bodyPr>
          <a:lstStyle/>
          <a:p>
            <a:pPr indent="-215900" lvl="0" marL="215900" marR="0" rtl="0" algn="l">
              <a:lnSpc>
                <a:spcPct val="200000"/>
              </a:lnSpc>
              <a:spcBef>
                <a:spcPts val="0"/>
              </a:spcBef>
              <a:spcAft>
                <a:spcPts val="0"/>
              </a:spcAft>
              <a:buClr>
                <a:srgbClr val="000000"/>
              </a:buClr>
              <a:buSzPts val="1800"/>
              <a:buFont typeface="Noto Sans Symbols"/>
              <a:buChar char="❑"/>
            </a:pPr>
            <a:r>
              <a:rPr b="0" i="0" lang="en" sz="1800" u="none" cap="none" strike="noStrike">
                <a:solidFill>
                  <a:srgbClr val="000000"/>
                </a:solidFill>
                <a:latin typeface="Arial"/>
                <a:ea typeface="Arial"/>
                <a:cs typeface="Arial"/>
                <a:sym typeface="Arial"/>
              </a:rPr>
              <a:t>Process of arranging elements or data.</a:t>
            </a:r>
            <a:endParaRPr b="0" i="0" sz="1100" u="none" cap="none" strike="noStrike">
              <a:solidFill>
                <a:srgbClr val="000000"/>
              </a:solidFill>
              <a:latin typeface="Arial"/>
              <a:ea typeface="Arial"/>
              <a:cs typeface="Arial"/>
              <a:sym typeface="Arial"/>
            </a:endParaRPr>
          </a:p>
          <a:p>
            <a:pPr indent="-215900" lvl="0" marL="215900" marR="0" rtl="0" algn="l">
              <a:lnSpc>
                <a:spcPct val="200000"/>
              </a:lnSpc>
              <a:spcBef>
                <a:spcPts val="0"/>
              </a:spcBef>
              <a:spcAft>
                <a:spcPts val="0"/>
              </a:spcAft>
              <a:buClr>
                <a:srgbClr val="000000"/>
              </a:buClr>
              <a:buSzPts val="1800"/>
              <a:buFont typeface="Noto Sans Symbols"/>
              <a:buChar char="❑"/>
            </a:pPr>
            <a:r>
              <a:rPr b="0" i="0" lang="en" sz="1800" u="none" cap="none" strike="noStrike">
                <a:solidFill>
                  <a:srgbClr val="000000"/>
                </a:solidFill>
                <a:latin typeface="Arial"/>
                <a:ea typeface="Arial"/>
                <a:cs typeface="Arial"/>
                <a:sym typeface="Arial"/>
              </a:rPr>
              <a:t> Establishes a specific order, such as ascending or descending.</a:t>
            </a:r>
            <a:endParaRPr b="0" i="0" sz="1100" u="none" cap="none" strike="noStrike">
              <a:solidFill>
                <a:srgbClr val="000000"/>
              </a:solidFill>
              <a:latin typeface="Arial"/>
              <a:ea typeface="Arial"/>
              <a:cs typeface="Arial"/>
              <a:sym typeface="Arial"/>
            </a:endParaRPr>
          </a:p>
          <a:p>
            <a:pPr indent="-215900" lvl="0" marL="215900" marR="0" rtl="0" algn="l">
              <a:lnSpc>
                <a:spcPct val="200000"/>
              </a:lnSpc>
              <a:spcBef>
                <a:spcPts val="0"/>
              </a:spcBef>
              <a:spcAft>
                <a:spcPts val="0"/>
              </a:spcAft>
              <a:buClr>
                <a:srgbClr val="000000"/>
              </a:buClr>
              <a:buSzPts val="1800"/>
              <a:buFont typeface="Noto Sans Symbols"/>
              <a:buChar char="❑"/>
            </a:pPr>
            <a:r>
              <a:rPr b="0" i="0" lang="en" sz="1800" u="none" cap="none" strike="noStrike">
                <a:solidFill>
                  <a:srgbClr val="000000"/>
                </a:solidFill>
                <a:latin typeface="Arial"/>
                <a:ea typeface="Arial"/>
                <a:cs typeface="Arial"/>
                <a:sym typeface="Arial"/>
              </a:rPr>
              <a:t> Aims to bring organization to a collection of items.</a:t>
            </a:r>
            <a:endParaRPr b="0" i="0" sz="1100" u="none" cap="none" strike="noStrike">
              <a:solidFill>
                <a:srgbClr val="000000"/>
              </a:solidFill>
              <a:latin typeface="Arial"/>
              <a:ea typeface="Arial"/>
              <a:cs typeface="Arial"/>
              <a:sym typeface="Arial"/>
            </a:endParaRPr>
          </a:p>
          <a:p>
            <a:pPr indent="-215900" lvl="0" marL="215900" marR="0" rtl="0" algn="l">
              <a:lnSpc>
                <a:spcPct val="200000"/>
              </a:lnSpc>
              <a:spcBef>
                <a:spcPts val="0"/>
              </a:spcBef>
              <a:spcAft>
                <a:spcPts val="0"/>
              </a:spcAft>
              <a:buClr>
                <a:srgbClr val="000000"/>
              </a:buClr>
              <a:buSzPts val="1800"/>
              <a:buFont typeface="Noto Sans Symbols"/>
              <a:buChar char="❑"/>
            </a:pPr>
            <a:r>
              <a:rPr b="0" i="0" lang="en" sz="1800" u="none" cap="none" strike="noStrike">
                <a:solidFill>
                  <a:srgbClr val="000000"/>
                </a:solidFill>
                <a:latin typeface="Arial"/>
                <a:ea typeface="Arial"/>
                <a:cs typeface="Arial"/>
                <a:sym typeface="Arial"/>
              </a:rPr>
              <a:t> Facilitates efficient searching, retrieval, and analysis of data.</a:t>
            </a:r>
            <a:endParaRPr b="0" i="0" sz="1100" u="none" cap="none" strike="noStrike">
              <a:solidFill>
                <a:srgbClr val="000000"/>
              </a:solidFill>
              <a:latin typeface="Arial"/>
              <a:ea typeface="Arial"/>
              <a:cs typeface="Arial"/>
              <a:sym typeface="Arial"/>
            </a:endParaRPr>
          </a:p>
          <a:p>
            <a:pPr indent="-215900" lvl="0" marL="215900" marR="0" rtl="0" algn="l">
              <a:lnSpc>
                <a:spcPct val="200000"/>
              </a:lnSpc>
              <a:spcBef>
                <a:spcPts val="0"/>
              </a:spcBef>
              <a:spcAft>
                <a:spcPts val="0"/>
              </a:spcAft>
              <a:buClr>
                <a:srgbClr val="000000"/>
              </a:buClr>
              <a:buSzPts val="1800"/>
              <a:buFont typeface="Noto Sans Symbols"/>
              <a:buChar char="❑"/>
            </a:pPr>
            <a:r>
              <a:rPr b="0" i="0" lang="en" sz="1800" u="none" cap="none" strike="noStrike">
                <a:solidFill>
                  <a:srgbClr val="000000"/>
                </a:solidFill>
                <a:latin typeface="Arial"/>
                <a:ea typeface="Arial"/>
                <a:cs typeface="Arial"/>
                <a:sym typeface="Arial"/>
              </a:rPr>
              <a:t> Fundamental operation in computer science and algorithms.</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nvSpPr>
        <p:spPr>
          <a:xfrm>
            <a:off x="2213810" y="0"/>
            <a:ext cx="5988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n" sz="3300">
                <a:solidFill>
                  <a:srgbClr val="000000"/>
                </a:solidFill>
              </a:rPr>
              <a:t>Approach of sorting</a:t>
            </a:r>
            <a:endParaRPr sz="3300">
              <a:solidFill>
                <a:srgbClr val="000000"/>
              </a:solidFill>
              <a:latin typeface="Calibri"/>
              <a:ea typeface="Calibri"/>
              <a:cs typeface="Calibri"/>
              <a:sym typeface="Calibri"/>
            </a:endParaRPr>
          </a:p>
        </p:txBody>
      </p:sp>
      <p:sp>
        <p:nvSpPr>
          <p:cNvPr id="142" name="Google Shape;142;p23"/>
          <p:cNvSpPr txBox="1"/>
          <p:nvPr/>
        </p:nvSpPr>
        <p:spPr>
          <a:xfrm>
            <a:off x="347794" y="948394"/>
            <a:ext cx="8313600" cy="4286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Since having a ordered/sorted list can be very useful in a lot of situations in processing data, efficient algorithms for sorting data are important. When presented with an unordered list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80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abc = ['b', 'd', 'e', 'a', 'c']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one of the simplest ways of sorting this list is just to go through the list from start to end, and look for the lowest letter in the list. When you reach the end of the list, swap the lowest letter with the letter at the front of the list.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80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abc = [</a:t>
            </a:r>
            <a:r>
              <a:rPr b="1" i="0" lang="en" sz="1400" u="none" cap="none" strike="noStrike">
                <a:solidFill>
                  <a:srgbClr val="FF0000"/>
                </a:solidFill>
                <a:latin typeface="Arial"/>
                <a:ea typeface="Arial"/>
                <a:cs typeface="Arial"/>
                <a:sym typeface="Arial"/>
              </a:rPr>
              <a:t>'a'</a:t>
            </a:r>
            <a:r>
              <a:rPr b="1" i="0" lang="en" sz="1400" u="none" cap="none" strike="noStrike">
                <a:solidFill>
                  <a:srgbClr val="000000"/>
                </a:solidFill>
                <a:latin typeface="Arial"/>
                <a:ea typeface="Arial"/>
                <a:cs typeface="Arial"/>
                <a:sym typeface="Arial"/>
              </a:rPr>
              <a:t>, 'd', 'e', </a:t>
            </a:r>
            <a:r>
              <a:rPr b="1" i="0" lang="en" sz="1400" u="none" cap="none" strike="noStrike">
                <a:solidFill>
                  <a:srgbClr val="FF0000"/>
                </a:solidFill>
                <a:latin typeface="Arial"/>
                <a:ea typeface="Arial"/>
                <a:cs typeface="Arial"/>
                <a:sym typeface="Arial"/>
              </a:rPr>
              <a:t>'b'</a:t>
            </a:r>
            <a:r>
              <a:rPr b="1" i="0" lang="en" sz="1400" u="none" cap="none" strike="noStrike">
                <a:solidFill>
                  <a:srgbClr val="000000"/>
                </a:solidFill>
                <a:latin typeface="Arial"/>
                <a:ea typeface="Arial"/>
                <a:cs typeface="Arial"/>
                <a:sym typeface="Arial"/>
              </a:rPr>
              <a:t>, 'c']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Then start that process again from the second position in the list and search through the list again for the next lowest letter, and then swap that with the second position, and so 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50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abc = ['a', </a:t>
            </a:r>
            <a:r>
              <a:rPr b="1" i="0" lang="en" sz="1400" u="none" cap="none" strike="noStrike">
                <a:solidFill>
                  <a:srgbClr val="FF0000"/>
                </a:solidFill>
                <a:latin typeface="Arial"/>
                <a:ea typeface="Arial"/>
                <a:cs typeface="Arial"/>
                <a:sym typeface="Arial"/>
              </a:rPr>
              <a:t>'b'</a:t>
            </a:r>
            <a:r>
              <a:rPr b="1" i="0" lang="en" sz="1400" u="none" cap="none" strike="noStrike">
                <a:solidFill>
                  <a:srgbClr val="000000"/>
                </a:solidFill>
                <a:latin typeface="Arial"/>
                <a:ea typeface="Arial"/>
                <a:cs typeface="Arial"/>
                <a:sym typeface="Arial"/>
              </a:rPr>
              <a:t>, 'e', </a:t>
            </a:r>
            <a:r>
              <a:rPr b="1" i="0" lang="en" sz="1400" u="none" cap="none" strike="noStrike">
                <a:solidFill>
                  <a:srgbClr val="FF0000"/>
                </a:solidFill>
                <a:latin typeface="Arial"/>
                <a:ea typeface="Arial"/>
                <a:cs typeface="Arial"/>
                <a:sym typeface="Arial"/>
              </a:rPr>
              <a:t>'d'</a:t>
            </a:r>
            <a:r>
              <a:rPr b="1" i="0" lang="en" sz="1400" u="none" cap="none" strike="noStrike">
                <a:solidFill>
                  <a:srgbClr val="000000"/>
                </a:solidFill>
                <a:latin typeface="Arial"/>
                <a:ea typeface="Arial"/>
                <a:cs typeface="Arial"/>
                <a:sym typeface="Arial"/>
              </a:rPr>
              <a:t>, 'c']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50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abc = ['a', 'b', </a:t>
            </a:r>
            <a:r>
              <a:rPr b="1" i="0" lang="en" sz="1400" u="none" cap="none" strike="noStrike">
                <a:solidFill>
                  <a:srgbClr val="FF0000"/>
                </a:solidFill>
                <a:latin typeface="Arial"/>
                <a:ea typeface="Arial"/>
                <a:cs typeface="Arial"/>
                <a:sym typeface="Arial"/>
              </a:rPr>
              <a:t>'c'</a:t>
            </a:r>
            <a:r>
              <a:rPr b="1" i="0" lang="en" sz="1400" u="none" cap="none" strike="noStrike">
                <a:solidFill>
                  <a:srgbClr val="000000"/>
                </a:solidFill>
                <a:latin typeface="Arial"/>
                <a:ea typeface="Arial"/>
                <a:cs typeface="Arial"/>
                <a:sym typeface="Arial"/>
              </a:rPr>
              <a:t>, 'd', </a:t>
            </a:r>
            <a:r>
              <a:rPr b="1" i="0" lang="en" sz="1400" u="none" cap="none" strike="noStrike">
                <a:solidFill>
                  <a:srgbClr val="FF0000"/>
                </a:solidFill>
                <a:latin typeface="Arial"/>
                <a:ea typeface="Arial"/>
                <a:cs typeface="Arial"/>
                <a:sym typeface="Arial"/>
              </a:rPr>
              <a:t>'e'</a:t>
            </a:r>
            <a:r>
              <a:rPr b="1"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50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abc = ['a', 'b', 'c', </a:t>
            </a:r>
            <a:r>
              <a:rPr b="1" i="0" lang="en" sz="1400" u="none" cap="none" strike="noStrike">
                <a:solidFill>
                  <a:srgbClr val="FF0000"/>
                </a:solidFill>
                <a:latin typeface="Arial"/>
                <a:ea typeface="Arial"/>
                <a:cs typeface="Arial"/>
                <a:sym typeface="Arial"/>
              </a:rPr>
              <a:t>'d'</a:t>
            </a:r>
            <a:r>
              <a:rPr b="1" i="0" lang="en" sz="1400" u="none" cap="none" strike="noStrike">
                <a:solidFill>
                  <a:srgbClr val="000000"/>
                </a:solidFill>
                <a:latin typeface="Arial"/>
                <a:ea typeface="Arial"/>
                <a:cs typeface="Arial"/>
                <a:sym typeface="Arial"/>
              </a:rPr>
              <a:t>, 'e']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50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abc = ['a', 'b', 'c', 'd', </a:t>
            </a:r>
            <a:r>
              <a:rPr b="1" i="0" lang="en" sz="1400" u="none" cap="none" strike="noStrike">
                <a:solidFill>
                  <a:srgbClr val="FF0000"/>
                </a:solidFill>
                <a:latin typeface="Arial"/>
                <a:ea typeface="Arial"/>
                <a:cs typeface="Arial"/>
                <a:sym typeface="Arial"/>
              </a:rPr>
              <a:t>'e'</a:t>
            </a:r>
            <a:r>
              <a:rPr b="1"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This is called the Selection Sort algorithm, and it is very inefficient. Its time complexity is O(n</a:t>
            </a:r>
            <a:r>
              <a:rPr b="0" baseline="30000" i="0" lang="en" sz="1400" u="none" cap="none" strike="noStrike">
                <a:solidFill>
                  <a:srgbClr val="000000"/>
                </a:solidFill>
                <a:latin typeface="Arial"/>
                <a:ea typeface="Arial"/>
                <a:cs typeface="Arial"/>
                <a:sym typeface="Arial"/>
              </a:rPr>
              <a:t>2</a:t>
            </a: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4"/>
          <p:cNvSpPr txBox="1"/>
          <p:nvPr/>
        </p:nvSpPr>
        <p:spPr>
          <a:xfrm>
            <a:off x="2562725" y="257509"/>
            <a:ext cx="49299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n" sz="3300">
                <a:solidFill>
                  <a:srgbClr val="000000"/>
                </a:solidFill>
              </a:rPr>
              <a:t>Selection Sort</a:t>
            </a:r>
            <a:endParaRPr sz="3300">
              <a:solidFill>
                <a:srgbClr val="000000"/>
              </a:solidFill>
              <a:latin typeface="Calibri"/>
              <a:ea typeface="Calibri"/>
              <a:cs typeface="Calibri"/>
              <a:sym typeface="Calibri"/>
            </a:endParaRPr>
          </a:p>
        </p:txBody>
      </p:sp>
      <p:pic>
        <p:nvPicPr>
          <p:cNvPr descr="Selection Sort Tutorials &amp; Notes | Algorithms | HackerEarth" id="148" name="Google Shape;148;p24"/>
          <p:cNvPicPr preferRelativeResize="0"/>
          <p:nvPr/>
        </p:nvPicPr>
        <p:blipFill rotWithShape="1">
          <a:blip r:embed="rId3">
            <a:alphaModFix/>
          </a:blip>
          <a:srcRect b="0" l="0" r="0" t="0"/>
          <a:stretch/>
        </p:blipFill>
        <p:spPr>
          <a:xfrm>
            <a:off x="1302043" y="1251681"/>
            <a:ext cx="5986463" cy="353615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5"/>
          <p:cNvPicPr preferRelativeResize="0"/>
          <p:nvPr/>
        </p:nvPicPr>
        <p:blipFill rotWithShape="1">
          <a:blip r:embed="rId3">
            <a:alphaModFix/>
          </a:blip>
          <a:srcRect b="21191" l="0" r="0" t="21191"/>
          <a:stretch/>
        </p:blipFill>
        <p:spPr>
          <a:xfrm>
            <a:off x="1368625" y="759575"/>
            <a:ext cx="5883424" cy="29933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6"/>
          <p:cNvSpPr txBox="1"/>
          <p:nvPr/>
        </p:nvSpPr>
        <p:spPr>
          <a:xfrm>
            <a:off x="2696578" y="304653"/>
            <a:ext cx="37509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n" sz="3300">
                <a:solidFill>
                  <a:srgbClr val="000000"/>
                </a:solidFill>
              </a:rPr>
              <a:t>Example-Sorting</a:t>
            </a:r>
            <a:endParaRPr sz="3300">
              <a:solidFill>
                <a:srgbClr val="000000"/>
              </a:solidFill>
              <a:latin typeface="Calibri"/>
              <a:ea typeface="Calibri"/>
              <a:cs typeface="Calibri"/>
              <a:sym typeface="Calibri"/>
            </a:endParaRPr>
          </a:p>
        </p:txBody>
      </p:sp>
      <p:sp>
        <p:nvSpPr>
          <p:cNvPr id="159" name="Google Shape;159;p26"/>
          <p:cNvSpPr txBox="1"/>
          <p:nvPr/>
        </p:nvSpPr>
        <p:spPr>
          <a:xfrm>
            <a:off x="612859" y="1069293"/>
            <a:ext cx="4167300" cy="3517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472C4"/>
                </a:solidFill>
                <a:latin typeface="Calibri"/>
                <a:ea typeface="Calibri"/>
                <a:cs typeface="Calibri"/>
                <a:sym typeface="Calibri"/>
              </a:rPr>
              <a:t>def selection_sort(arr):</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472C4"/>
                </a:solidFill>
                <a:latin typeface="Calibri"/>
                <a:ea typeface="Calibri"/>
                <a:cs typeface="Calibri"/>
                <a:sym typeface="Calibri"/>
              </a:rPr>
              <a:t>    n = len(arr)</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472C4"/>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472C4"/>
                </a:solidFill>
                <a:latin typeface="Calibri"/>
                <a:ea typeface="Calibri"/>
                <a:cs typeface="Calibri"/>
                <a:sym typeface="Calibri"/>
              </a:rPr>
              <a:t>    for i in range(n):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472C4"/>
                </a:solidFill>
                <a:latin typeface="Calibri"/>
                <a:ea typeface="Calibri"/>
                <a:cs typeface="Calibri"/>
                <a:sym typeface="Calibri"/>
              </a:rPr>
              <a:t>        # Find the minimum element in the unsorted part of the list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472C4"/>
                </a:solidFill>
                <a:latin typeface="Calibri"/>
                <a:ea typeface="Calibri"/>
                <a:cs typeface="Calibri"/>
                <a:sym typeface="Calibri"/>
              </a:rPr>
              <a:t>        min_index = i</a:t>
            </a:r>
            <a:endParaRPr b="0" i="0" sz="1400" u="none" cap="none" strike="noStrike">
              <a:solidFill>
                <a:srgbClr val="4472C4"/>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472C4"/>
                </a:solidFill>
                <a:latin typeface="Calibri"/>
                <a:ea typeface="Calibri"/>
                <a:cs typeface="Calibri"/>
                <a:sym typeface="Calibri"/>
              </a:rPr>
              <a:t>        for j in range(i + 1, 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472C4"/>
                </a:solidFill>
                <a:latin typeface="Calibri"/>
                <a:ea typeface="Calibri"/>
                <a:cs typeface="Calibri"/>
                <a:sym typeface="Calibri"/>
              </a:rPr>
              <a:t>            if arr[j] &lt; arr[min_index]:</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472C4"/>
                </a:solidFill>
                <a:latin typeface="Calibri"/>
                <a:ea typeface="Calibri"/>
                <a:cs typeface="Calibri"/>
                <a:sym typeface="Calibri"/>
              </a:rPr>
              <a:t>                min_index = j</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472C4"/>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472C4"/>
                </a:solidFill>
                <a:latin typeface="Calibri"/>
                <a:ea typeface="Calibri"/>
                <a:cs typeface="Calibri"/>
                <a:sym typeface="Calibri"/>
              </a:rPr>
              <a:t>       # Swap the found minimum element with the first element of the unsorted part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472C4"/>
                </a:solidFill>
                <a:latin typeface="Calibri"/>
                <a:ea typeface="Calibri"/>
                <a:cs typeface="Calibri"/>
                <a:sym typeface="Calibri"/>
              </a:rPr>
              <a:t>        temp = arr[i]</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472C4"/>
                </a:solidFill>
                <a:latin typeface="Calibri"/>
                <a:ea typeface="Calibri"/>
                <a:cs typeface="Calibri"/>
                <a:sym typeface="Calibri"/>
              </a:rPr>
              <a:t>        arr[i] = arr[min_index]</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472C4"/>
                </a:solidFill>
                <a:latin typeface="Calibri"/>
                <a:ea typeface="Calibri"/>
                <a:cs typeface="Calibri"/>
                <a:sym typeface="Calibri"/>
              </a:rPr>
              <a:t>        arr[min_index] = temp</a:t>
            </a:r>
            <a:endParaRPr b="0" i="0" sz="1100" u="none" cap="none" strike="noStrike">
              <a:solidFill>
                <a:srgbClr val="000000"/>
              </a:solidFill>
              <a:latin typeface="Arial"/>
              <a:ea typeface="Arial"/>
              <a:cs typeface="Arial"/>
              <a:sym typeface="Arial"/>
            </a:endParaRPr>
          </a:p>
        </p:txBody>
      </p:sp>
      <p:sp>
        <p:nvSpPr>
          <p:cNvPr id="160" name="Google Shape;160;p26"/>
          <p:cNvSpPr txBox="1"/>
          <p:nvPr/>
        </p:nvSpPr>
        <p:spPr>
          <a:xfrm>
            <a:off x="4984474" y="1298825"/>
            <a:ext cx="2971800" cy="2439600"/>
          </a:xfrm>
          <a:prstGeom prst="rect">
            <a:avLst/>
          </a:prstGeom>
          <a:solidFill>
            <a:srgbClr val="F2F2F2"/>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 Example: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abc = ['b', 'd', 'e', 'a', 'c']</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 Print the original unsorted list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print("Original List:", abc)</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 Perform Selection Sort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selection_sort(abc)</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 Print the sorted list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print("Sorted List:", abc)</a:t>
            </a:r>
            <a:endParaRPr b="0" i="0" sz="1100" u="none" cap="none" strike="noStrike">
              <a:solidFill>
                <a:srgbClr val="000000"/>
              </a:solidFill>
              <a:latin typeface="Arial"/>
              <a:ea typeface="Arial"/>
              <a:cs typeface="Arial"/>
              <a:sym typeface="Arial"/>
            </a:endParaRPr>
          </a:p>
        </p:txBody>
      </p:sp>
      <p:pic>
        <p:nvPicPr>
          <p:cNvPr id="161" name="Google Shape;161;p26"/>
          <p:cNvPicPr preferRelativeResize="0"/>
          <p:nvPr/>
        </p:nvPicPr>
        <p:blipFill rotWithShape="1">
          <a:blip r:embed="rId3">
            <a:alphaModFix/>
          </a:blip>
          <a:srcRect b="0" l="0" r="0" t="0"/>
          <a:stretch/>
        </p:blipFill>
        <p:spPr>
          <a:xfrm>
            <a:off x="3400050" y="4507471"/>
            <a:ext cx="3750845" cy="564356"/>
          </a:xfrm>
          <a:prstGeom prst="rect">
            <a:avLst/>
          </a:prstGeom>
          <a:noFill/>
          <a:ln>
            <a:noFill/>
          </a:ln>
        </p:spPr>
      </p:pic>
      <p:sp>
        <p:nvSpPr>
          <p:cNvPr id="162" name="Google Shape;162;p26"/>
          <p:cNvSpPr txBox="1"/>
          <p:nvPr/>
        </p:nvSpPr>
        <p:spPr>
          <a:xfrm>
            <a:off x="3400050" y="4150520"/>
            <a:ext cx="1482300" cy="392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100"/>
              <a:buFont typeface="Arial"/>
              <a:buNone/>
            </a:pPr>
            <a:r>
              <a:rPr b="1" i="0" lang="en" sz="2100" u="none" cap="none" strike="noStrike">
                <a:solidFill>
                  <a:srgbClr val="4472C4"/>
                </a:solidFill>
                <a:latin typeface="Arial"/>
                <a:ea typeface="Arial"/>
                <a:cs typeface="Arial"/>
                <a:sym typeface="Arial"/>
              </a:rPr>
              <a:t>Output:</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7"/>
          <p:cNvSpPr txBox="1"/>
          <p:nvPr/>
        </p:nvSpPr>
        <p:spPr>
          <a:xfrm>
            <a:off x="2887579" y="46769"/>
            <a:ext cx="3368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n" sz="3300">
                <a:solidFill>
                  <a:srgbClr val="000000"/>
                </a:solidFill>
              </a:rPr>
              <a:t>Recursion</a:t>
            </a:r>
            <a:endParaRPr sz="3300">
              <a:solidFill>
                <a:srgbClr val="000000"/>
              </a:solidFill>
              <a:latin typeface="Calibri"/>
              <a:ea typeface="Calibri"/>
              <a:cs typeface="Calibri"/>
              <a:sym typeface="Calibri"/>
            </a:endParaRPr>
          </a:p>
        </p:txBody>
      </p:sp>
      <p:sp>
        <p:nvSpPr>
          <p:cNvPr id="168" name="Google Shape;168;p27"/>
          <p:cNvSpPr txBox="1"/>
          <p:nvPr/>
        </p:nvSpPr>
        <p:spPr>
          <a:xfrm>
            <a:off x="595125" y="971681"/>
            <a:ext cx="7748400" cy="3671100"/>
          </a:xfrm>
          <a:prstGeom prst="rect">
            <a:avLst/>
          </a:prstGeom>
          <a:noFill/>
          <a:ln>
            <a:noFill/>
          </a:ln>
        </p:spPr>
        <p:txBody>
          <a:bodyPr anchorCtr="0" anchor="t" bIns="34275" lIns="68575" spcFirstLastPara="1" rIns="68575" wrap="square" tIns="34275">
            <a:spAutoFit/>
          </a:bodyPr>
          <a:lstStyle/>
          <a:p>
            <a:pPr indent="-215900" lvl="0" marL="215900" marR="0" rtl="0" algn="l">
              <a:lnSpc>
                <a:spcPct val="200000"/>
              </a:lnSpc>
              <a:spcBef>
                <a:spcPts val="0"/>
              </a:spcBef>
              <a:spcAft>
                <a:spcPts val="0"/>
              </a:spcAft>
              <a:buClr>
                <a:srgbClr val="000000"/>
              </a:buClr>
              <a:buSzPts val="1800"/>
              <a:buFont typeface="Noto Sans Symbols"/>
              <a:buChar char="❑"/>
            </a:pPr>
            <a:r>
              <a:rPr b="0" i="0" lang="en" sz="1800" u="none" cap="none" strike="noStrike">
                <a:solidFill>
                  <a:srgbClr val="000000"/>
                </a:solidFill>
                <a:latin typeface="Arial"/>
                <a:ea typeface="Arial"/>
                <a:cs typeface="Arial"/>
                <a:sym typeface="Arial"/>
              </a:rPr>
              <a:t>Recursion is all about </a:t>
            </a:r>
            <a:r>
              <a:rPr b="1" i="0" lang="en" sz="1800" u="none" cap="none" strike="noStrike">
                <a:solidFill>
                  <a:srgbClr val="FF0000"/>
                </a:solidFill>
                <a:latin typeface="Arial"/>
                <a:ea typeface="Arial"/>
                <a:cs typeface="Arial"/>
                <a:sym typeface="Arial"/>
              </a:rPr>
              <a:t>"Divide and Conquer"</a:t>
            </a:r>
            <a:endParaRPr b="0" i="0" sz="1800" u="none" cap="none" strike="noStrike">
              <a:solidFill>
                <a:srgbClr val="000000"/>
              </a:solidFill>
              <a:latin typeface="Arial"/>
              <a:ea typeface="Arial"/>
              <a:cs typeface="Arial"/>
              <a:sym typeface="Arial"/>
            </a:endParaRPr>
          </a:p>
          <a:p>
            <a:pPr indent="-215900" lvl="0" marL="215900" marR="0" rtl="0" algn="l">
              <a:lnSpc>
                <a:spcPct val="200000"/>
              </a:lnSpc>
              <a:spcBef>
                <a:spcPts val="0"/>
              </a:spcBef>
              <a:spcAft>
                <a:spcPts val="0"/>
              </a:spcAft>
              <a:buClr>
                <a:srgbClr val="000000"/>
              </a:buClr>
              <a:buSzPts val="1800"/>
              <a:buFont typeface="Noto Sans Symbols"/>
              <a:buChar char="❑"/>
            </a:pPr>
            <a:r>
              <a:rPr b="0" i="0" lang="en" sz="1800" u="none" cap="none" strike="noStrike">
                <a:solidFill>
                  <a:srgbClr val="000000"/>
                </a:solidFill>
                <a:latin typeface="Arial"/>
                <a:ea typeface="Arial"/>
                <a:cs typeface="Arial"/>
                <a:sym typeface="Arial"/>
              </a:rPr>
              <a:t>Breaking a problem down to its smallest step, applying a simple solution, and then stepping back and applying the same solution to bigger  and bigger versions of the problem</a:t>
            </a:r>
            <a:endParaRPr b="0" i="0" sz="1800" u="none" cap="none" strike="noStrike">
              <a:solidFill>
                <a:srgbClr val="000000"/>
              </a:solidFill>
              <a:latin typeface="Arial"/>
              <a:ea typeface="Arial"/>
              <a:cs typeface="Arial"/>
              <a:sym typeface="Arial"/>
            </a:endParaRPr>
          </a:p>
          <a:p>
            <a:pPr indent="-215900" lvl="0" marL="215900" marR="0" rtl="0" algn="l">
              <a:lnSpc>
                <a:spcPct val="200000"/>
              </a:lnSpc>
              <a:spcBef>
                <a:spcPts val="0"/>
              </a:spcBef>
              <a:spcAft>
                <a:spcPts val="0"/>
              </a:spcAft>
              <a:buClr>
                <a:srgbClr val="000000"/>
              </a:buClr>
              <a:buSzPts val="1800"/>
              <a:buFont typeface="Noto Sans Symbols"/>
              <a:buChar char="❑"/>
            </a:pPr>
            <a:r>
              <a:rPr b="0" i="0" lang="en" sz="1800" u="none" cap="none" strike="noStrike">
                <a:solidFill>
                  <a:srgbClr val="000000"/>
                </a:solidFill>
                <a:latin typeface="Arial"/>
                <a:ea typeface="Arial"/>
                <a:cs typeface="Arial"/>
                <a:sym typeface="Arial"/>
              </a:rPr>
              <a:t>However, not all problems can be solved this way</a:t>
            </a:r>
            <a:endParaRPr b="0" i="0" sz="1800" u="none" cap="none" strike="noStrike">
              <a:solidFill>
                <a:srgbClr val="000000"/>
              </a:solidFill>
              <a:latin typeface="Arial"/>
              <a:ea typeface="Arial"/>
              <a:cs typeface="Arial"/>
              <a:sym typeface="Arial"/>
            </a:endParaRPr>
          </a:p>
          <a:p>
            <a:pPr indent="-215900" lvl="0" marL="215900" marR="0" rtl="0" algn="l">
              <a:lnSpc>
                <a:spcPct val="200000"/>
              </a:lnSpc>
              <a:spcBef>
                <a:spcPts val="0"/>
              </a:spcBef>
              <a:spcAft>
                <a:spcPts val="0"/>
              </a:spcAft>
              <a:buClr>
                <a:srgbClr val="000000"/>
              </a:buClr>
              <a:buSzPts val="1800"/>
              <a:buFont typeface="Noto Sans Symbols"/>
              <a:buChar char="❑"/>
            </a:pPr>
            <a:r>
              <a:rPr b="0" i="0" lang="en" sz="1800" u="none" cap="none" strike="noStrike">
                <a:solidFill>
                  <a:srgbClr val="000000"/>
                </a:solidFill>
                <a:latin typeface="Arial"/>
                <a:ea typeface="Arial"/>
                <a:cs typeface="Arial"/>
                <a:sym typeface="Arial"/>
              </a:rPr>
              <a:t>Sometimes it is more elegant to solve a problem recursively, but it may not be the most efficient way.</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28"/>
          <p:cNvPicPr preferRelativeResize="0"/>
          <p:nvPr/>
        </p:nvPicPr>
        <p:blipFill rotWithShape="1">
          <a:blip r:embed="rId3">
            <a:alphaModFix/>
          </a:blip>
          <a:srcRect b="0" l="0" r="0" t="10762"/>
          <a:stretch/>
        </p:blipFill>
        <p:spPr>
          <a:xfrm>
            <a:off x="2705575" y="1296713"/>
            <a:ext cx="3810000" cy="25500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9"/>
          <p:cNvSpPr txBox="1"/>
          <p:nvPr/>
        </p:nvSpPr>
        <p:spPr>
          <a:xfrm>
            <a:off x="2457450" y="141496"/>
            <a:ext cx="46773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n" sz="3300">
                <a:solidFill>
                  <a:srgbClr val="000000"/>
                </a:solidFill>
              </a:rPr>
              <a:t>Recursive Function</a:t>
            </a:r>
            <a:endParaRPr sz="3300">
              <a:solidFill>
                <a:srgbClr val="000000"/>
              </a:solidFill>
              <a:latin typeface="Calibri"/>
              <a:ea typeface="Calibri"/>
              <a:cs typeface="Calibri"/>
              <a:sym typeface="Calibri"/>
            </a:endParaRPr>
          </a:p>
        </p:txBody>
      </p:sp>
      <p:sp>
        <p:nvSpPr>
          <p:cNvPr id="179" name="Google Shape;179;p29"/>
          <p:cNvSpPr txBox="1"/>
          <p:nvPr/>
        </p:nvSpPr>
        <p:spPr>
          <a:xfrm>
            <a:off x="397042" y="1135668"/>
            <a:ext cx="8025000" cy="3417000"/>
          </a:xfrm>
          <a:prstGeom prst="rect">
            <a:avLst/>
          </a:prstGeom>
          <a:noFill/>
          <a:ln>
            <a:noFill/>
          </a:ln>
        </p:spPr>
        <p:txBody>
          <a:bodyPr anchorCtr="0" anchor="t" bIns="34275" lIns="68575" spcFirstLastPara="1" rIns="68575" wrap="square" tIns="34275">
            <a:spAutoFit/>
          </a:bodyPr>
          <a:lstStyle/>
          <a:p>
            <a:pPr indent="-247650" lvl="0" marL="254000" marR="0" rtl="0" algn="l">
              <a:lnSpc>
                <a:spcPct val="150000"/>
              </a:lnSpc>
              <a:spcBef>
                <a:spcPts val="0"/>
              </a:spcBef>
              <a:spcAft>
                <a:spcPts val="0"/>
              </a:spcAft>
              <a:buClr>
                <a:srgbClr val="000000"/>
              </a:buClr>
              <a:buSzPts val="1500"/>
              <a:buFont typeface="Noto Sans Symbols"/>
              <a:buChar char="❑"/>
            </a:pPr>
            <a:r>
              <a:rPr b="0" i="0" lang="en" sz="1500" u="none" cap="none" strike="noStrike">
                <a:solidFill>
                  <a:srgbClr val="000000"/>
                </a:solidFill>
                <a:latin typeface="Arial"/>
                <a:ea typeface="Arial"/>
                <a:cs typeface="Arial"/>
                <a:sym typeface="Arial"/>
              </a:rPr>
              <a:t>Recursion is implemented in programming languages through functions or methods that call themselves during their execution.</a:t>
            </a:r>
            <a:endParaRPr b="0" i="0" sz="1100" u="none" cap="none" strike="noStrike">
              <a:solidFill>
                <a:srgbClr val="000000"/>
              </a:solidFill>
              <a:latin typeface="Arial"/>
              <a:ea typeface="Arial"/>
              <a:cs typeface="Arial"/>
              <a:sym typeface="Arial"/>
            </a:endParaRPr>
          </a:p>
          <a:p>
            <a:pPr indent="-247650" lvl="0" marL="254000" marR="0" rtl="0" algn="l">
              <a:lnSpc>
                <a:spcPct val="150000"/>
              </a:lnSpc>
              <a:spcBef>
                <a:spcPts val="0"/>
              </a:spcBef>
              <a:spcAft>
                <a:spcPts val="0"/>
              </a:spcAft>
              <a:buClr>
                <a:srgbClr val="000000"/>
              </a:buClr>
              <a:buSzPts val="1500"/>
              <a:buFont typeface="Noto Sans Symbols"/>
              <a:buChar char="❑"/>
            </a:pPr>
            <a:r>
              <a:rPr b="0" i="0" lang="en" sz="1500" u="none" cap="none" strike="noStrike">
                <a:solidFill>
                  <a:srgbClr val="000000"/>
                </a:solidFill>
                <a:latin typeface="Arial"/>
                <a:ea typeface="Arial"/>
                <a:cs typeface="Arial"/>
                <a:sym typeface="Arial"/>
              </a:rPr>
              <a:t>When a function calls itself, it creates a new instance of the function. Each instance has its own set of parameters, local variables, and execution context.</a:t>
            </a:r>
            <a:endParaRPr b="0" i="0" sz="1100" u="none" cap="none" strike="noStrike">
              <a:solidFill>
                <a:srgbClr val="000000"/>
              </a:solidFill>
              <a:latin typeface="Arial"/>
              <a:ea typeface="Arial"/>
              <a:cs typeface="Arial"/>
              <a:sym typeface="Arial"/>
            </a:endParaRPr>
          </a:p>
          <a:p>
            <a:pPr indent="-247650" lvl="0" marL="254000" marR="0" rtl="0" algn="l">
              <a:lnSpc>
                <a:spcPct val="150000"/>
              </a:lnSpc>
              <a:spcBef>
                <a:spcPts val="0"/>
              </a:spcBef>
              <a:spcAft>
                <a:spcPts val="0"/>
              </a:spcAft>
              <a:buClr>
                <a:srgbClr val="000000"/>
              </a:buClr>
              <a:buSzPts val="1500"/>
              <a:buFont typeface="Noto Sans Symbols"/>
              <a:buChar char="❑"/>
            </a:pPr>
            <a:r>
              <a:rPr b="0" i="0" lang="en" sz="1500" u="none" cap="none" strike="noStrike">
                <a:solidFill>
                  <a:srgbClr val="000000"/>
                </a:solidFill>
                <a:latin typeface="Arial"/>
                <a:ea typeface="Arial"/>
                <a:cs typeface="Arial"/>
                <a:sym typeface="Arial"/>
              </a:rPr>
              <a:t>To avoid infinite recursion, the code must include a termination condition. This condition is a base case that determines when the function should stop calling itself and return a result.</a:t>
            </a:r>
            <a:endParaRPr b="0" i="0" sz="1100" u="none" cap="none" strike="noStrike">
              <a:solidFill>
                <a:srgbClr val="000000"/>
              </a:solidFill>
              <a:latin typeface="Arial"/>
              <a:ea typeface="Arial"/>
              <a:cs typeface="Arial"/>
              <a:sym typeface="Arial"/>
            </a:endParaRPr>
          </a:p>
          <a:p>
            <a:pPr indent="-247650" lvl="0" marL="254000" marR="0" rtl="0" algn="l">
              <a:lnSpc>
                <a:spcPct val="150000"/>
              </a:lnSpc>
              <a:spcBef>
                <a:spcPts val="0"/>
              </a:spcBef>
              <a:spcAft>
                <a:spcPts val="0"/>
              </a:spcAft>
              <a:buClr>
                <a:srgbClr val="000000"/>
              </a:buClr>
              <a:buSzPts val="1500"/>
              <a:buFont typeface="Noto Sans Symbols"/>
              <a:buChar char="❑"/>
            </a:pPr>
            <a:r>
              <a:rPr b="0" i="0" lang="en" sz="1500" u="none" cap="none" strike="noStrike">
                <a:solidFill>
                  <a:srgbClr val="000000"/>
                </a:solidFill>
                <a:latin typeface="Arial"/>
                <a:ea typeface="Arial"/>
                <a:cs typeface="Arial"/>
                <a:sym typeface="Arial"/>
              </a:rPr>
              <a:t>The termination condition is usually reached when the problem has been reduced to its simplest form or a single step that can be directly solved without further recursion.</a:t>
            </a:r>
            <a:endParaRPr b="0" i="0" sz="1500" u="none" cap="none" strike="noStrike">
              <a:solidFill>
                <a:srgbClr val="000000"/>
              </a:solidFill>
              <a:latin typeface="Arial"/>
              <a:ea typeface="Arial"/>
              <a:cs typeface="Arial"/>
              <a:sym typeface="Arial"/>
            </a:endParaRPr>
          </a:p>
          <a:p>
            <a:pPr indent="-152400" lvl="0" marL="254000" marR="0" rtl="0" algn="l">
              <a:lnSpc>
                <a:spcPct val="150000"/>
              </a:lnSpc>
              <a:spcBef>
                <a:spcPts val="0"/>
              </a:spcBef>
              <a:spcAft>
                <a:spcPts val="0"/>
              </a:spcAft>
              <a:buClr>
                <a:srgbClr val="000000"/>
              </a:buClr>
              <a:buSzPts val="1500"/>
              <a:buFont typeface="Noto Sans Symbols"/>
              <a:buNone/>
            </a:pPr>
            <a:r>
              <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0"/>
          <p:cNvSpPr txBox="1"/>
          <p:nvPr/>
        </p:nvSpPr>
        <p:spPr>
          <a:xfrm>
            <a:off x="1832638" y="431500"/>
            <a:ext cx="6150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n" sz="3300">
                <a:solidFill>
                  <a:srgbClr val="000000"/>
                </a:solidFill>
              </a:rPr>
              <a:t>	  Example</a:t>
            </a:r>
            <a:br>
              <a:rPr b="1" lang="en" sz="3300">
                <a:solidFill>
                  <a:srgbClr val="000000"/>
                </a:solidFill>
              </a:rPr>
            </a:br>
            <a:r>
              <a:rPr b="1" lang="en" sz="3300">
                <a:solidFill>
                  <a:srgbClr val="000000"/>
                </a:solidFill>
              </a:rPr>
              <a:t>Recursive Function</a:t>
            </a:r>
            <a:endParaRPr sz="3300">
              <a:solidFill>
                <a:srgbClr val="000000"/>
              </a:solidFill>
              <a:latin typeface="Calibri"/>
              <a:ea typeface="Calibri"/>
              <a:cs typeface="Calibri"/>
              <a:sym typeface="Calibri"/>
            </a:endParaRPr>
          </a:p>
        </p:txBody>
      </p:sp>
      <p:pic>
        <p:nvPicPr>
          <p:cNvPr descr="How to use a recursive function in python - Bhutan Python Coders" id="185" name="Google Shape;185;p30"/>
          <p:cNvPicPr preferRelativeResize="0"/>
          <p:nvPr/>
        </p:nvPicPr>
        <p:blipFill rotWithShape="1">
          <a:blip r:embed="rId3">
            <a:alphaModFix/>
          </a:blip>
          <a:srcRect b="0" l="0" r="0" t="0"/>
          <a:stretch/>
        </p:blipFill>
        <p:spPr>
          <a:xfrm>
            <a:off x="1160760" y="1755796"/>
            <a:ext cx="6117278" cy="295619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nvSpPr>
        <p:spPr>
          <a:xfrm>
            <a:off x="1227900" y="229591"/>
            <a:ext cx="64098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n" sz="3300">
                <a:solidFill>
                  <a:srgbClr val="000000"/>
                </a:solidFill>
              </a:rPr>
              <a:t>Merge Sort recursive Algorithm</a:t>
            </a:r>
            <a:endParaRPr sz="3300">
              <a:solidFill>
                <a:srgbClr val="000000"/>
              </a:solidFill>
              <a:latin typeface="Calibri"/>
              <a:ea typeface="Calibri"/>
              <a:cs typeface="Calibri"/>
              <a:sym typeface="Calibri"/>
            </a:endParaRPr>
          </a:p>
        </p:txBody>
      </p:sp>
      <p:sp>
        <p:nvSpPr>
          <p:cNvPr id="191" name="Google Shape;191;p31"/>
          <p:cNvSpPr txBox="1"/>
          <p:nvPr/>
        </p:nvSpPr>
        <p:spPr>
          <a:xfrm>
            <a:off x="238015" y="2391436"/>
            <a:ext cx="4648200" cy="2147100"/>
          </a:xfrm>
          <a:prstGeom prst="rect">
            <a:avLst/>
          </a:prstGeom>
          <a:solidFill>
            <a:srgbClr val="F2F2F2"/>
          </a:solidFill>
          <a:ln>
            <a:noFill/>
          </a:ln>
        </p:spPr>
        <p:txBody>
          <a:bodyPr anchorCtr="0" anchor="t" bIns="34275" lIns="68575" spcFirstLastPara="1" rIns="68575" wrap="square" tIns="34275">
            <a:spAutoFit/>
          </a:bodyPr>
          <a:lstStyle/>
          <a:p>
            <a:pPr indent="0" lvl="0" marL="0" marR="0" rtl="0" algn="l">
              <a:lnSpc>
                <a:spcPct val="200000"/>
              </a:lnSpc>
              <a:spcBef>
                <a:spcPts val="0"/>
              </a:spcBef>
              <a:spcAft>
                <a:spcPts val="0"/>
              </a:spcAft>
              <a:buClr>
                <a:srgbClr val="000000"/>
              </a:buClr>
              <a:buSzPts val="1500"/>
              <a:buFont typeface="Arial"/>
              <a:buNone/>
            </a:pPr>
            <a:r>
              <a:rPr b="1" i="0" lang="en" sz="1500" u="none" cap="none" strike="noStrike">
                <a:solidFill>
                  <a:srgbClr val="000000"/>
                </a:solidFill>
                <a:latin typeface="Arial"/>
                <a:ea typeface="Arial"/>
                <a:cs typeface="Arial"/>
                <a:sym typeface="Arial"/>
              </a:rPr>
              <a:t>Divide:</a:t>
            </a:r>
            <a:r>
              <a:rPr b="0" i="0" lang="en" sz="1500" u="none" cap="none" strike="noStrike">
                <a:solidFill>
                  <a:srgbClr val="000000"/>
                </a:solidFill>
                <a:latin typeface="Arial"/>
                <a:ea typeface="Arial"/>
                <a:cs typeface="Arial"/>
                <a:sym typeface="Arial"/>
              </a:rPr>
              <a:t> Split the unsorted array into two halves.</a:t>
            </a:r>
            <a:endParaRPr b="0" i="0" sz="11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500"/>
              <a:buFont typeface="Arial"/>
              <a:buNone/>
            </a:pPr>
            <a:r>
              <a:rPr b="1" i="0" lang="en" sz="1500" u="none" cap="none" strike="noStrike">
                <a:solidFill>
                  <a:srgbClr val="000000"/>
                </a:solidFill>
                <a:latin typeface="Arial"/>
                <a:ea typeface="Arial"/>
                <a:cs typeface="Arial"/>
                <a:sym typeface="Arial"/>
              </a:rPr>
              <a:t>Conquer:</a:t>
            </a:r>
            <a:r>
              <a:rPr b="0" i="0" lang="en" sz="1500" u="none" cap="none" strike="noStrike">
                <a:solidFill>
                  <a:srgbClr val="000000"/>
                </a:solidFill>
                <a:latin typeface="Arial"/>
                <a:ea typeface="Arial"/>
                <a:cs typeface="Arial"/>
                <a:sym typeface="Arial"/>
              </a:rPr>
              <a:t> Recursively sort each half.</a:t>
            </a:r>
            <a:endParaRPr b="0" i="0" sz="11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500"/>
              <a:buFont typeface="Arial"/>
              <a:buNone/>
            </a:pPr>
            <a:r>
              <a:rPr b="1" i="0" lang="en" sz="1500" u="none" cap="none" strike="noStrike">
                <a:solidFill>
                  <a:srgbClr val="000000"/>
                </a:solidFill>
                <a:latin typeface="Arial"/>
                <a:ea typeface="Arial"/>
                <a:cs typeface="Arial"/>
                <a:sym typeface="Arial"/>
              </a:rPr>
              <a:t>Merge:</a:t>
            </a:r>
            <a:r>
              <a:rPr b="0" i="0" lang="en" sz="1500" u="none" cap="none" strike="noStrike">
                <a:solidFill>
                  <a:srgbClr val="000000"/>
                </a:solidFill>
                <a:latin typeface="Arial"/>
                <a:ea typeface="Arial"/>
                <a:cs typeface="Arial"/>
                <a:sym typeface="Arial"/>
              </a:rPr>
              <a:t> Merge the sorted halves to produce a single sorted array.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192" name="Google Shape;192;p31"/>
          <p:cNvSpPr txBox="1"/>
          <p:nvPr/>
        </p:nvSpPr>
        <p:spPr>
          <a:xfrm>
            <a:off x="238015" y="1162214"/>
            <a:ext cx="8577300" cy="145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Merge Sort is a sorting algorithm that follows the divide-and-conquer paradigm. It works by dividing the input array into</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two halves, recursively sorting each half, and then merging the sorted halves back together. The key steps are: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2"/>
          <p:cNvSpPr txBox="1"/>
          <p:nvPr/>
        </p:nvSpPr>
        <p:spPr>
          <a:xfrm>
            <a:off x="3140242" y="46769"/>
            <a:ext cx="23100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n" sz="3300">
                <a:solidFill>
                  <a:srgbClr val="000000"/>
                </a:solidFill>
              </a:rPr>
              <a:t>Merge sort</a:t>
            </a:r>
            <a:endParaRPr sz="3300">
              <a:solidFill>
                <a:srgbClr val="000000"/>
              </a:solidFill>
              <a:latin typeface="Calibri"/>
              <a:ea typeface="Calibri"/>
              <a:cs typeface="Calibri"/>
              <a:sym typeface="Calibri"/>
            </a:endParaRPr>
          </a:p>
        </p:txBody>
      </p:sp>
      <p:pic>
        <p:nvPicPr>
          <p:cNvPr id="198" name="Google Shape;198;p32"/>
          <p:cNvPicPr preferRelativeResize="0"/>
          <p:nvPr/>
        </p:nvPicPr>
        <p:blipFill rotWithShape="1">
          <a:blip r:embed="rId3">
            <a:alphaModFix amt="10000"/>
          </a:blip>
          <a:srcRect b="0" l="0" r="0" t="0"/>
          <a:stretch/>
        </p:blipFill>
        <p:spPr>
          <a:xfrm>
            <a:off x="7150895" y="3157538"/>
            <a:ext cx="1985963" cy="1985963"/>
          </a:xfrm>
          <a:prstGeom prst="rect">
            <a:avLst/>
          </a:prstGeom>
          <a:noFill/>
          <a:ln>
            <a:noFill/>
          </a:ln>
        </p:spPr>
      </p:pic>
      <p:pic>
        <p:nvPicPr>
          <p:cNvPr id="199" name="Google Shape;199;p32"/>
          <p:cNvPicPr preferRelativeResize="0"/>
          <p:nvPr/>
        </p:nvPicPr>
        <p:blipFill rotWithShape="1">
          <a:blip r:embed="rId4">
            <a:alphaModFix/>
          </a:blip>
          <a:srcRect b="0" l="0" r="0" t="0"/>
          <a:stretch/>
        </p:blipFill>
        <p:spPr>
          <a:xfrm>
            <a:off x="7143" y="1002059"/>
            <a:ext cx="9129713" cy="414144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p33"/>
          <p:cNvPicPr preferRelativeResize="0"/>
          <p:nvPr/>
        </p:nvPicPr>
        <p:blipFill>
          <a:blip r:embed="rId3">
            <a:alphaModFix/>
          </a:blip>
          <a:stretch>
            <a:fillRect/>
          </a:stretch>
        </p:blipFill>
        <p:spPr>
          <a:xfrm>
            <a:off x="2343500" y="1426675"/>
            <a:ext cx="4054400" cy="24326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nvSpPr>
        <p:spPr>
          <a:xfrm>
            <a:off x="2857928" y="46763"/>
            <a:ext cx="3309000" cy="9942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None/>
            </a:pPr>
            <a:r>
              <a:rPr b="1" lang="en" sz="3300">
                <a:solidFill>
                  <a:srgbClr val="000000"/>
                </a:solidFill>
              </a:rPr>
              <a:t>Merge Sort</a:t>
            </a:r>
            <a:endParaRPr sz="3300">
              <a:solidFill>
                <a:srgbClr val="000000"/>
              </a:solidFill>
              <a:latin typeface="Calibri"/>
              <a:ea typeface="Calibri"/>
              <a:cs typeface="Calibri"/>
              <a:sym typeface="Calibri"/>
            </a:endParaRPr>
          </a:p>
        </p:txBody>
      </p:sp>
      <p:pic>
        <p:nvPicPr>
          <p:cNvPr id="210" name="Google Shape;210;p34"/>
          <p:cNvPicPr preferRelativeResize="0"/>
          <p:nvPr/>
        </p:nvPicPr>
        <p:blipFill rotWithShape="1">
          <a:blip r:embed="rId3">
            <a:alphaModFix/>
          </a:blip>
          <a:srcRect b="0" l="0" r="0" t="0"/>
          <a:stretch/>
        </p:blipFill>
        <p:spPr>
          <a:xfrm>
            <a:off x="2382012" y="1040941"/>
            <a:ext cx="3784992" cy="364621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5"/>
          <p:cNvSpPr txBox="1"/>
          <p:nvPr/>
        </p:nvSpPr>
        <p:spPr>
          <a:xfrm>
            <a:off x="2927022" y="153652"/>
            <a:ext cx="3040200" cy="530100"/>
          </a:xfrm>
          <a:prstGeom prst="rect">
            <a:avLst/>
          </a:prstGeom>
          <a:noFill/>
          <a:ln>
            <a:noFill/>
          </a:ln>
        </p:spPr>
        <p:txBody>
          <a:bodyPr anchorCtr="0" anchor="ctr" bIns="34275" lIns="68575" spcFirstLastPara="1" rIns="68575" wrap="square" tIns="34275">
            <a:normAutofit fontScale="92500"/>
          </a:bodyPr>
          <a:lstStyle/>
          <a:p>
            <a:pPr indent="0" lvl="0" marL="0" rtl="0" algn="l">
              <a:lnSpc>
                <a:spcPct val="90000"/>
              </a:lnSpc>
              <a:spcBef>
                <a:spcPts val="0"/>
              </a:spcBef>
              <a:spcAft>
                <a:spcPts val="0"/>
              </a:spcAft>
              <a:buNone/>
            </a:pPr>
            <a:r>
              <a:rPr b="1" lang="en" sz="3300">
                <a:solidFill>
                  <a:srgbClr val="000000"/>
                </a:solidFill>
              </a:rPr>
              <a:t>Tower of Hanoi</a:t>
            </a:r>
            <a:endParaRPr sz="3300">
              <a:solidFill>
                <a:srgbClr val="000000"/>
              </a:solidFill>
              <a:latin typeface="Calibri"/>
              <a:ea typeface="Calibri"/>
              <a:cs typeface="Calibri"/>
              <a:sym typeface="Calibri"/>
            </a:endParaRPr>
          </a:p>
        </p:txBody>
      </p:sp>
      <p:sp>
        <p:nvSpPr>
          <p:cNvPr id="216" name="Google Shape;216;p35"/>
          <p:cNvSpPr txBox="1"/>
          <p:nvPr/>
        </p:nvSpPr>
        <p:spPr>
          <a:xfrm>
            <a:off x="349970" y="1036715"/>
            <a:ext cx="3149700" cy="3532500"/>
          </a:xfrm>
          <a:prstGeom prst="rect">
            <a:avLst/>
          </a:prstGeom>
          <a:noFill/>
          <a:ln>
            <a:noFill/>
          </a:ln>
        </p:spPr>
        <p:txBody>
          <a:bodyPr anchorCtr="0" anchor="t" bIns="34275" lIns="68575" spcFirstLastPara="1" rIns="68575" wrap="square" tIns="34275">
            <a:spAutoFit/>
          </a:bodyPr>
          <a:lstStyle/>
          <a:p>
            <a:pPr indent="-247650" lvl="0" marL="254000" marR="0" rtl="0" algn="l">
              <a:lnSpc>
                <a:spcPct val="100000"/>
              </a:lnSpc>
              <a:spcBef>
                <a:spcPts val="0"/>
              </a:spcBef>
              <a:spcAft>
                <a:spcPts val="0"/>
              </a:spcAft>
              <a:buClr>
                <a:srgbClr val="000000"/>
              </a:buClr>
              <a:buSzPts val="1500"/>
              <a:buFont typeface="Noto Sans Symbols"/>
              <a:buChar char="❑"/>
            </a:pPr>
            <a:r>
              <a:rPr b="0" i="0" lang="en" sz="1500" u="none" cap="none" strike="noStrike">
                <a:solidFill>
                  <a:srgbClr val="000000"/>
                </a:solidFill>
                <a:latin typeface="Arial"/>
                <a:ea typeface="Arial"/>
                <a:cs typeface="Arial"/>
                <a:sym typeface="Arial"/>
              </a:rPr>
              <a:t>The Tower of Hanoi is a classic problem that can be solved using recursion and follows the divide-and-conquer strategy.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247650" lvl="0" marL="254000" marR="0" rtl="0" algn="l">
              <a:lnSpc>
                <a:spcPct val="100000"/>
              </a:lnSpc>
              <a:spcBef>
                <a:spcPts val="0"/>
              </a:spcBef>
              <a:spcAft>
                <a:spcPts val="0"/>
              </a:spcAft>
              <a:buClr>
                <a:srgbClr val="000000"/>
              </a:buClr>
              <a:buSzPts val="1500"/>
              <a:buFont typeface="Noto Sans Symbols"/>
              <a:buChar char="❑"/>
            </a:pPr>
            <a:r>
              <a:rPr b="0" i="0" lang="en" sz="1500" u="none" cap="none" strike="noStrike">
                <a:solidFill>
                  <a:srgbClr val="000000"/>
                </a:solidFill>
                <a:latin typeface="Arial"/>
                <a:ea typeface="Arial"/>
                <a:cs typeface="Arial"/>
                <a:sym typeface="Arial"/>
              </a:rPr>
              <a:t>The problem consists of three rods and a number of disks of different sizes, which can be slid onto any rod.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247650" lvl="0" marL="254000" marR="0" rtl="0" algn="l">
              <a:lnSpc>
                <a:spcPct val="100000"/>
              </a:lnSpc>
              <a:spcBef>
                <a:spcPts val="0"/>
              </a:spcBef>
              <a:spcAft>
                <a:spcPts val="0"/>
              </a:spcAft>
              <a:buClr>
                <a:srgbClr val="000000"/>
              </a:buClr>
              <a:buSzPts val="1500"/>
              <a:buFont typeface="Noto Sans Symbols"/>
              <a:buChar char="❑"/>
            </a:pPr>
            <a:r>
              <a:rPr b="0" i="0" lang="en" sz="1500" u="none" cap="none" strike="noStrike">
                <a:solidFill>
                  <a:srgbClr val="000000"/>
                </a:solidFill>
                <a:latin typeface="Arial"/>
                <a:ea typeface="Arial"/>
                <a:cs typeface="Arial"/>
                <a:sym typeface="Arial"/>
              </a:rPr>
              <a:t>The puzzle starts with the disks in a neat stack in ascending order of size on one rod, the smallest at the top, thus making a conical shape.</a:t>
            </a:r>
            <a:endParaRPr b="0" i="0" sz="1500" u="none" cap="none" strike="noStrike">
              <a:solidFill>
                <a:srgbClr val="000000"/>
              </a:solidFill>
              <a:latin typeface="Arial"/>
              <a:ea typeface="Arial"/>
              <a:cs typeface="Arial"/>
              <a:sym typeface="Arial"/>
            </a:endParaRPr>
          </a:p>
        </p:txBody>
      </p:sp>
      <p:sp>
        <p:nvSpPr>
          <p:cNvPr id="217" name="Google Shape;217;p35"/>
          <p:cNvSpPr txBox="1"/>
          <p:nvPr/>
        </p:nvSpPr>
        <p:spPr>
          <a:xfrm>
            <a:off x="3740086" y="1053327"/>
            <a:ext cx="5403900" cy="3948000"/>
          </a:xfrm>
          <a:prstGeom prst="rect">
            <a:avLst/>
          </a:prstGeom>
          <a:solidFill>
            <a:srgbClr val="F2F2F2"/>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The objective of the puzzle is to move the entire stack to another rod, obeying the following simple rules:</a:t>
            </a:r>
            <a:endParaRPr b="0" i="0" sz="1100" u="none" cap="none" strike="noStrike">
              <a:solidFill>
                <a:srgbClr val="000000"/>
              </a:solidFill>
              <a:latin typeface="Arial"/>
              <a:ea typeface="Arial"/>
              <a:cs typeface="Arial"/>
              <a:sym typeface="Arial"/>
            </a:endParaRPr>
          </a:p>
          <a:p>
            <a:pPr indent="-254000" lvl="0" marL="254000" marR="0" rtl="0" algn="l">
              <a:lnSpc>
                <a:spcPct val="200000"/>
              </a:lnSpc>
              <a:spcBef>
                <a:spcPts val="0"/>
              </a:spcBef>
              <a:spcAft>
                <a:spcPts val="0"/>
              </a:spcAft>
              <a:buClr>
                <a:srgbClr val="000000"/>
              </a:buClr>
              <a:buSzPts val="1800"/>
              <a:buFont typeface="Noto Sans Symbols"/>
              <a:buChar char="❑"/>
            </a:pPr>
            <a:r>
              <a:rPr b="0" i="0" lang="en" sz="1800" u="none" cap="none" strike="noStrike">
                <a:solidFill>
                  <a:srgbClr val="000000"/>
                </a:solidFill>
                <a:latin typeface="Arial"/>
                <a:ea typeface="Arial"/>
                <a:cs typeface="Arial"/>
                <a:sym typeface="Arial"/>
              </a:rPr>
              <a:t>Only one disk can be moved at a time.</a:t>
            </a:r>
            <a:endParaRPr b="0" i="0" sz="1100" u="none" cap="none" strike="noStrike">
              <a:solidFill>
                <a:srgbClr val="000000"/>
              </a:solidFill>
              <a:latin typeface="Arial"/>
              <a:ea typeface="Arial"/>
              <a:cs typeface="Arial"/>
              <a:sym typeface="Arial"/>
            </a:endParaRPr>
          </a:p>
          <a:p>
            <a:pPr indent="-254000" lvl="0" marL="254000" marR="0" rtl="0" algn="l">
              <a:lnSpc>
                <a:spcPct val="200000"/>
              </a:lnSpc>
              <a:spcBef>
                <a:spcPts val="0"/>
              </a:spcBef>
              <a:spcAft>
                <a:spcPts val="0"/>
              </a:spcAft>
              <a:buClr>
                <a:srgbClr val="000000"/>
              </a:buClr>
              <a:buSzPts val="1800"/>
              <a:buFont typeface="Noto Sans Symbols"/>
              <a:buChar char="❑"/>
            </a:pPr>
            <a:r>
              <a:rPr b="0" i="0" lang="en" sz="1800" u="none" cap="none" strike="noStrike">
                <a:solidFill>
                  <a:srgbClr val="000000"/>
                </a:solidFill>
                <a:latin typeface="Arial"/>
                <a:ea typeface="Arial"/>
                <a:cs typeface="Arial"/>
                <a:sym typeface="Arial"/>
              </a:rPr>
              <a:t>Each move consists of taking the upper disk from one of the stacks and placing it on top of another stack or on an empty rod.</a:t>
            </a:r>
            <a:endParaRPr b="0" i="0" sz="1100" u="none" cap="none" strike="noStrike">
              <a:solidFill>
                <a:srgbClr val="000000"/>
              </a:solidFill>
              <a:latin typeface="Arial"/>
              <a:ea typeface="Arial"/>
              <a:cs typeface="Arial"/>
              <a:sym typeface="Arial"/>
            </a:endParaRPr>
          </a:p>
          <a:p>
            <a:pPr indent="-254000" lvl="0" marL="254000" marR="0" rtl="0" algn="l">
              <a:lnSpc>
                <a:spcPct val="200000"/>
              </a:lnSpc>
              <a:spcBef>
                <a:spcPts val="0"/>
              </a:spcBef>
              <a:spcAft>
                <a:spcPts val="0"/>
              </a:spcAft>
              <a:buClr>
                <a:srgbClr val="000000"/>
              </a:buClr>
              <a:buSzPts val="1800"/>
              <a:buFont typeface="Noto Sans Symbols"/>
              <a:buChar char="❑"/>
            </a:pPr>
            <a:r>
              <a:rPr b="0" i="0" lang="en" sz="1800" u="none" cap="none" strike="noStrike">
                <a:solidFill>
                  <a:srgbClr val="000000"/>
                </a:solidFill>
                <a:latin typeface="Arial"/>
                <a:ea typeface="Arial"/>
                <a:cs typeface="Arial"/>
                <a:sym typeface="Arial"/>
              </a:rPr>
              <a:t>No disk may be placed on top of a smaller disk.</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36"/>
          <p:cNvPicPr preferRelativeResize="0"/>
          <p:nvPr/>
        </p:nvPicPr>
        <p:blipFill>
          <a:blip r:embed="rId3">
            <a:alphaModFix/>
          </a:blip>
          <a:stretch>
            <a:fillRect/>
          </a:stretch>
        </p:blipFill>
        <p:spPr>
          <a:xfrm>
            <a:off x="2034150" y="1121550"/>
            <a:ext cx="5075700" cy="2900400"/>
          </a:xfrm>
          <a:prstGeom prst="rect">
            <a:avLst/>
          </a:prstGeom>
          <a:noFill/>
          <a:ln>
            <a:noFill/>
          </a:ln>
        </p:spPr>
      </p:pic>
      <p:sp>
        <p:nvSpPr>
          <p:cNvPr id="223" name="Google Shape;223;p36"/>
          <p:cNvSpPr txBox="1"/>
          <p:nvPr/>
        </p:nvSpPr>
        <p:spPr>
          <a:xfrm>
            <a:off x="2797354" y="308412"/>
            <a:ext cx="3549300" cy="6000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n" sz="3300">
                <a:solidFill>
                  <a:srgbClr val="000000"/>
                </a:solidFill>
              </a:rPr>
              <a:t>Tower Of Hanoi</a:t>
            </a:r>
            <a:endParaRPr sz="3300">
              <a:solidFill>
                <a:srgbClr val="000000"/>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7"/>
          <p:cNvSpPr txBox="1"/>
          <p:nvPr/>
        </p:nvSpPr>
        <p:spPr>
          <a:xfrm>
            <a:off x="3239502" y="738453"/>
            <a:ext cx="24273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n" sz="3300">
                <a:solidFill>
                  <a:srgbClr val="000000"/>
                </a:solidFill>
              </a:rPr>
              <a:t>Exercise</a:t>
            </a:r>
            <a:endParaRPr sz="3300">
              <a:solidFill>
                <a:srgbClr val="000000"/>
              </a:solidFill>
              <a:latin typeface="Calibri"/>
              <a:ea typeface="Calibri"/>
              <a:cs typeface="Calibri"/>
              <a:sym typeface="Calibri"/>
            </a:endParaRPr>
          </a:p>
        </p:txBody>
      </p:sp>
      <p:sp>
        <p:nvSpPr>
          <p:cNvPr id="229" name="Google Shape;229;p37"/>
          <p:cNvSpPr txBox="1"/>
          <p:nvPr/>
        </p:nvSpPr>
        <p:spPr>
          <a:xfrm>
            <a:off x="445199" y="1588247"/>
            <a:ext cx="8253600" cy="2562900"/>
          </a:xfrm>
          <a:prstGeom prst="rect">
            <a:avLst/>
          </a:prstGeom>
          <a:noFill/>
          <a:ln>
            <a:noFill/>
          </a:ln>
        </p:spPr>
        <p:txBody>
          <a:bodyPr anchorCtr="0" anchor="t" bIns="34275" lIns="68575" spcFirstLastPara="1" rIns="68575" wrap="square" tIns="34275">
            <a:spAutoFit/>
          </a:bodyPr>
          <a:lstStyle/>
          <a:p>
            <a:pPr indent="-254000" lvl="0" marL="254000" marR="0" rtl="0" algn="l">
              <a:lnSpc>
                <a:spcPct val="200000"/>
              </a:lnSpc>
              <a:spcBef>
                <a:spcPts val="0"/>
              </a:spcBef>
              <a:spcAft>
                <a:spcPts val="0"/>
              </a:spcAft>
              <a:buClr>
                <a:srgbClr val="000000"/>
              </a:buClr>
              <a:buSzPts val="1800"/>
              <a:buFont typeface="Arial"/>
              <a:buAutoNum type="arabicPeriod"/>
            </a:pPr>
            <a:r>
              <a:rPr b="0" i="0" lang="en" sz="1800" u="none" cap="none" strike="noStrike">
                <a:solidFill>
                  <a:srgbClr val="000000"/>
                </a:solidFill>
                <a:latin typeface="Arial"/>
                <a:ea typeface="Arial"/>
                <a:cs typeface="Arial"/>
                <a:sym typeface="Arial"/>
              </a:rPr>
              <a:t>Write a Python program to calculate the sum of a list of numbers using recursion.</a:t>
            </a:r>
            <a:endParaRPr b="0" i="0" sz="1100" u="none" cap="none" strike="noStrike">
              <a:solidFill>
                <a:srgbClr val="000000"/>
              </a:solidFill>
              <a:latin typeface="Arial"/>
              <a:ea typeface="Arial"/>
              <a:cs typeface="Arial"/>
              <a:sym typeface="Arial"/>
            </a:endParaRPr>
          </a:p>
          <a:p>
            <a:pPr indent="-254000" lvl="0" marL="254000" marR="0" rtl="0" algn="l">
              <a:lnSpc>
                <a:spcPct val="200000"/>
              </a:lnSpc>
              <a:spcBef>
                <a:spcPts val="0"/>
              </a:spcBef>
              <a:spcAft>
                <a:spcPts val="0"/>
              </a:spcAft>
              <a:buClr>
                <a:srgbClr val="000000"/>
              </a:buClr>
              <a:buSzPts val="1800"/>
              <a:buFont typeface="Arial"/>
              <a:buAutoNum type="arabicPeriod"/>
            </a:pPr>
            <a:r>
              <a:rPr b="0" i="0" lang="en" sz="1800" u="none" cap="none" strike="noStrike">
                <a:solidFill>
                  <a:srgbClr val="000000"/>
                </a:solidFill>
                <a:latin typeface="Arial"/>
                <a:ea typeface="Arial"/>
                <a:cs typeface="Arial"/>
                <a:sym typeface="Arial"/>
              </a:rPr>
              <a:t>Write a Python program to convert an integer to a string in any base using recursion .</a:t>
            </a:r>
            <a:endParaRPr b="0" i="0" sz="1100" u="none" cap="none" strike="noStrike">
              <a:solidFill>
                <a:srgbClr val="000000"/>
              </a:solidFill>
              <a:latin typeface="Arial"/>
              <a:ea typeface="Arial"/>
              <a:cs typeface="Arial"/>
              <a:sym typeface="Arial"/>
            </a:endParaRPr>
          </a:p>
          <a:p>
            <a:pPr indent="-254000" lvl="0" marL="254000" marR="0" rtl="0" algn="l">
              <a:lnSpc>
                <a:spcPct val="200000"/>
              </a:lnSpc>
              <a:spcBef>
                <a:spcPts val="0"/>
              </a:spcBef>
              <a:spcAft>
                <a:spcPts val="0"/>
              </a:spcAft>
              <a:buClr>
                <a:srgbClr val="000000"/>
              </a:buClr>
              <a:buSzPts val="1800"/>
              <a:buFont typeface="Arial"/>
              <a:buAutoNum type="arabicPeriod"/>
            </a:pPr>
            <a:r>
              <a:rPr b="0" i="0" lang="en" sz="1800" u="none" cap="none" strike="noStrike">
                <a:solidFill>
                  <a:srgbClr val="000000"/>
                </a:solidFill>
                <a:latin typeface="Arial"/>
                <a:ea typeface="Arial"/>
                <a:cs typeface="Arial"/>
                <a:sym typeface="Arial"/>
              </a:rPr>
              <a:t>Write a Python program to solve the Fibonacci sequence using recursion.</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8"/>
          <p:cNvSpPr txBox="1"/>
          <p:nvPr/>
        </p:nvSpPr>
        <p:spPr>
          <a:xfrm>
            <a:off x="2935706" y="105944"/>
            <a:ext cx="22620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n" sz="3300">
                <a:solidFill>
                  <a:srgbClr val="000000"/>
                </a:solidFill>
              </a:rPr>
              <a:t>Exercise</a:t>
            </a:r>
            <a:endParaRPr sz="3300">
              <a:solidFill>
                <a:srgbClr val="000000"/>
              </a:solidFill>
              <a:latin typeface="Calibri"/>
              <a:ea typeface="Calibri"/>
              <a:cs typeface="Calibri"/>
              <a:sym typeface="Calibri"/>
            </a:endParaRPr>
          </a:p>
        </p:txBody>
      </p:sp>
      <p:sp>
        <p:nvSpPr>
          <p:cNvPr id="235" name="Google Shape;235;p38"/>
          <p:cNvSpPr txBox="1"/>
          <p:nvPr/>
        </p:nvSpPr>
        <p:spPr>
          <a:xfrm>
            <a:off x="336884" y="986590"/>
            <a:ext cx="8470200" cy="3671100"/>
          </a:xfrm>
          <a:prstGeom prst="rect">
            <a:avLst/>
          </a:prstGeom>
          <a:noFill/>
          <a:ln>
            <a:noFill/>
          </a:ln>
        </p:spPr>
        <p:txBody>
          <a:bodyPr anchorCtr="0" anchor="t" bIns="34275" lIns="68575" spcFirstLastPara="1" rIns="68575" wrap="square" tIns="34275">
            <a:spAutoFit/>
          </a:bodyPr>
          <a:lstStyle/>
          <a:p>
            <a:pPr indent="-254000" lvl="0" marL="254000" marR="0" rtl="0" algn="l">
              <a:lnSpc>
                <a:spcPct val="200000"/>
              </a:lnSpc>
              <a:spcBef>
                <a:spcPts val="0"/>
              </a:spcBef>
              <a:spcAft>
                <a:spcPts val="0"/>
              </a:spcAft>
              <a:buClr>
                <a:srgbClr val="000000"/>
              </a:buClr>
              <a:buSzPts val="1800"/>
              <a:buFont typeface="Arial"/>
              <a:buAutoNum type="arabicPeriod"/>
            </a:pPr>
            <a:r>
              <a:rPr b="0" i="0" lang="en" sz="1800" u="none" cap="none" strike="noStrike">
                <a:solidFill>
                  <a:srgbClr val="000000"/>
                </a:solidFill>
                <a:latin typeface="Arial"/>
                <a:ea typeface="Arial"/>
                <a:cs typeface="Arial"/>
                <a:sym typeface="Arial"/>
              </a:rPr>
              <a:t>Write a Python program to get the factorial of a non-negative integer using recursion.</a:t>
            </a:r>
            <a:endParaRPr b="0" i="0" sz="1100" u="none" cap="none" strike="noStrike">
              <a:solidFill>
                <a:srgbClr val="000000"/>
              </a:solidFill>
              <a:latin typeface="Arial"/>
              <a:ea typeface="Arial"/>
              <a:cs typeface="Arial"/>
              <a:sym typeface="Arial"/>
            </a:endParaRPr>
          </a:p>
          <a:p>
            <a:pPr indent="-254000" lvl="0" marL="254000" marR="0" rtl="0" algn="l">
              <a:lnSpc>
                <a:spcPct val="200000"/>
              </a:lnSpc>
              <a:spcBef>
                <a:spcPts val="0"/>
              </a:spcBef>
              <a:spcAft>
                <a:spcPts val="0"/>
              </a:spcAft>
              <a:buClr>
                <a:srgbClr val="000000"/>
              </a:buClr>
              <a:buSzPts val="1800"/>
              <a:buFont typeface="Arial"/>
              <a:buAutoNum type="arabicPeriod"/>
            </a:pPr>
            <a:r>
              <a:rPr b="0" i="0" lang="en" sz="1800" u="none" cap="none" strike="noStrike">
                <a:solidFill>
                  <a:srgbClr val="000000"/>
                </a:solidFill>
                <a:latin typeface="Arial"/>
                <a:ea typeface="Arial"/>
                <a:cs typeface="Arial"/>
                <a:sym typeface="Arial"/>
              </a:rPr>
              <a:t>Write a Python program to sum recursion lists using recursion.</a:t>
            </a:r>
            <a:br>
              <a:rPr b="0" i="0" lang="en" sz="1800" u="none" cap="none" strike="noStrike">
                <a:solidFill>
                  <a:srgbClr val="000000"/>
                </a:solidFill>
                <a:latin typeface="Arial"/>
                <a:ea typeface="Arial"/>
                <a:cs typeface="Arial"/>
                <a:sym typeface="Arial"/>
              </a:rPr>
            </a:br>
            <a:r>
              <a:rPr b="0" i="0" lang="en" sz="1800" u="none" cap="none" strike="noStrike">
                <a:solidFill>
                  <a:srgbClr val="000000"/>
                </a:solidFill>
                <a:latin typeface="Arial"/>
                <a:ea typeface="Arial"/>
                <a:cs typeface="Arial"/>
                <a:sym typeface="Arial"/>
              </a:rPr>
              <a:t>Test Data: [1, 2, [3,4], [5,6]]</a:t>
            </a:r>
            <a:br>
              <a:rPr b="0" i="0" lang="en" sz="1800" u="none" cap="none" strike="noStrike">
                <a:solidFill>
                  <a:srgbClr val="000000"/>
                </a:solidFill>
                <a:latin typeface="Arial"/>
                <a:ea typeface="Arial"/>
                <a:cs typeface="Arial"/>
                <a:sym typeface="Arial"/>
              </a:rPr>
            </a:br>
            <a:r>
              <a:rPr b="0" i="0" lang="en" sz="1800" u="none" cap="none" strike="noStrike">
                <a:solidFill>
                  <a:srgbClr val="000000"/>
                </a:solidFill>
                <a:latin typeface="Arial"/>
                <a:ea typeface="Arial"/>
                <a:cs typeface="Arial"/>
                <a:sym typeface="Arial"/>
              </a:rPr>
              <a:t>Expected Result: 21</a:t>
            </a:r>
            <a:endParaRPr b="0" i="0" sz="11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39700" lvl="0" marL="254000" marR="0" rtl="0" algn="l">
              <a:lnSpc>
                <a:spcPct val="200000"/>
              </a:lnSpc>
              <a:spcBef>
                <a:spcPts val="0"/>
              </a:spcBef>
              <a:spcAft>
                <a:spcPts val="0"/>
              </a:spcAft>
              <a:buClr>
                <a:srgbClr val="000000"/>
              </a:buClr>
              <a:buSzPts val="1800"/>
              <a:buFont typeface="Calibri"/>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9"/>
          <p:cNvSpPr/>
          <p:nvPr/>
        </p:nvSpPr>
        <p:spPr>
          <a:xfrm>
            <a:off x="1703913" y="1610402"/>
            <a:ext cx="5439300" cy="9927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6000"/>
              <a:buFont typeface="Arial"/>
              <a:buNone/>
            </a:pPr>
            <a:r>
              <a:rPr b="1" i="0" lang="en" sz="6000" u="none" cap="none" strike="noStrike">
                <a:solidFill>
                  <a:srgbClr val="262626"/>
                </a:solidFill>
                <a:latin typeface="Arial"/>
                <a:ea typeface="Arial"/>
                <a:cs typeface="Arial"/>
                <a:sym typeface="Arial"/>
              </a:rPr>
              <a:t>End of Module</a:t>
            </a:r>
            <a:endParaRPr b="0" i="0" sz="1100" u="none" cap="none" strike="noStrike">
              <a:solidFill>
                <a:srgbClr val="000000"/>
              </a:solidFill>
              <a:latin typeface="Arial"/>
              <a:ea typeface="Arial"/>
              <a:cs typeface="Arial"/>
              <a:sym typeface="Arial"/>
            </a:endParaRPr>
          </a:p>
        </p:txBody>
      </p:sp>
      <p:sp>
        <p:nvSpPr>
          <p:cNvPr id="241" name="Google Shape;241;p39"/>
          <p:cNvSpPr txBox="1"/>
          <p:nvPr/>
        </p:nvSpPr>
        <p:spPr>
          <a:xfrm>
            <a:off x="2899184" y="2602981"/>
            <a:ext cx="3345600" cy="1331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4100"/>
              <a:buFont typeface="Arial"/>
              <a:buNone/>
            </a:pPr>
            <a:r>
              <a:rPr b="1" i="0" lang="en" sz="4100" u="none" cap="none" strike="noStrike">
                <a:solidFill>
                  <a:srgbClr val="262626"/>
                </a:solidFill>
                <a:latin typeface="Arial"/>
                <a:ea typeface="Arial"/>
                <a:cs typeface="Arial"/>
                <a:sym typeface="Arial"/>
              </a:rPr>
              <a:t>Good Luck!!!</a:t>
            </a:r>
            <a:endParaRPr b="0" i="0" sz="41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