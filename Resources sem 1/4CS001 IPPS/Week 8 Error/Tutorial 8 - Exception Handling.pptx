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10287000" cx="18288000"/>
  <p:notesSz cx="18288000" cy="10287000"/>
  <p:embeddedFontLst>
    <p:embeddedFont>
      <p:font typeface="Fira Code"/>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27" roundtripDataSignature="AMtx7mguGQKcsh0TlF2p+RH3SSPsa1wA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FiraCode-bold.fntdata"/><Relationship Id="rId25" Type="http://schemas.openxmlformats.org/officeDocument/2006/relationships/font" Target="fonts/FiraCode-regular.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1: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 name="Google Shape;47;p1: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2: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 name="Google Shape;53;p2: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 name="Google Shape;58;p3: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920c104332_3_5:notes"/>
          <p:cNvSpPr txBox="1"/>
          <p:nvPr>
            <p:ph idx="1" type="body"/>
          </p:nvPr>
        </p:nvSpPr>
        <p:spPr>
          <a:xfrm>
            <a:off x="1828800" y="4886325"/>
            <a:ext cx="14630400" cy="462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 name="Google Shape;64;g3920c104332_3_5:notes"/>
          <p:cNvSpPr/>
          <p:nvPr>
            <p:ph idx="2" type="sldImg"/>
          </p:nvPr>
        </p:nvSpPr>
        <p:spPr>
          <a:xfrm>
            <a:off x="5715000" y="771525"/>
            <a:ext cx="6859500" cy="385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 name="Google Shape;70;p5: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920c104332_3_12:notes"/>
          <p:cNvSpPr txBox="1"/>
          <p:nvPr>
            <p:ph idx="1" type="body"/>
          </p:nvPr>
        </p:nvSpPr>
        <p:spPr>
          <a:xfrm>
            <a:off x="1828800" y="4886325"/>
            <a:ext cx="14630400" cy="462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 name="Google Shape;76;g3920c104332_3_12:notes"/>
          <p:cNvSpPr/>
          <p:nvPr>
            <p:ph idx="2" type="sldImg"/>
          </p:nvPr>
        </p:nvSpPr>
        <p:spPr>
          <a:xfrm>
            <a:off x="5715000" y="771525"/>
            <a:ext cx="6859500" cy="385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920c104332_3_26:notes"/>
          <p:cNvSpPr txBox="1"/>
          <p:nvPr>
            <p:ph idx="1" type="body"/>
          </p:nvPr>
        </p:nvSpPr>
        <p:spPr>
          <a:xfrm>
            <a:off x="1828800" y="4886325"/>
            <a:ext cx="14630400" cy="462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g3920c104332_3_26:notes"/>
          <p:cNvSpPr/>
          <p:nvPr>
            <p:ph idx="2" type="sldImg"/>
          </p:nvPr>
        </p:nvSpPr>
        <p:spPr>
          <a:xfrm>
            <a:off x="5715000" y="771525"/>
            <a:ext cx="6859500" cy="385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920c104332_3_19:notes"/>
          <p:cNvSpPr txBox="1"/>
          <p:nvPr>
            <p:ph idx="1" type="body"/>
          </p:nvPr>
        </p:nvSpPr>
        <p:spPr>
          <a:xfrm>
            <a:off x="1828800" y="4886325"/>
            <a:ext cx="14630400" cy="462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g3920c104332_3_19:notes"/>
          <p:cNvSpPr/>
          <p:nvPr>
            <p:ph idx="2" type="sldImg"/>
          </p:nvPr>
        </p:nvSpPr>
        <p:spPr>
          <a:xfrm>
            <a:off x="5715000" y="771525"/>
            <a:ext cx="6859500" cy="3857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9: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9: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0:notes"/>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10: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920c104332_3_33:notes"/>
          <p:cNvSpPr/>
          <p:nvPr>
            <p:ph idx="2" type="sldImg"/>
          </p:nvPr>
        </p:nvSpPr>
        <p:spPr>
          <a:xfrm>
            <a:off x="3048600" y="771525"/>
            <a:ext cx="12192600" cy="38577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920c104332_3_33:notes"/>
          <p:cNvSpPr txBox="1"/>
          <p:nvPr>
            <p:ph idx="1" type="body"/>
          </p:nvPr>
        </p:nvSpPr>
        <p:spPr>
          <a:xfrm>
            <a:off x="1828800" y="4886325"/>
            <a:ext cx="14630400" cy="46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920c104332_3_38:notes"/>
          <p:cNvSpPr/>
          <p:nvPr>
            <p:ph idx="2" type="sldImg"/>
          </p:nvPr>
        </p:nvSpPr>
        <p:spPr>
          <a:xfrm>
            <a:off x="3048600" y="771525"/>
            <a:ext cx="12192600" cy="38577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920c104332_3_38:notes"/>
          <p:cNvSpPr txBox="1"/>
          <p:nvPr>
            <p:ph idx="1" type="body"/>
          </p:nvPr>
        </p:nvSpPr>
        <p:spPr>
          <a:xfrm>
            <a:off x="1828800" y="4886325"/>
            <a:ext cx="14630400" cy="46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920c104332_3_55:notes"/>
          <p:cNvSpPr/>
          <p:nvPr>
            <p:ph idx="2" type="sldImg"/>
          </p:nvPr>
        </p:nvSpPr>
        <p:spPr>
          <a:xfrm>
            <a:off x="3048600" y="771525"/>
            <a:ext cx="12192600" cy="38577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920c104332_3_55:notes"/>
          <p:cNvSpPr txBox="1"/>
          <p:nvPr>
            <p:ph idx="1" type="body"/>
          </p:nvPr>
        </p:nvSpPr>
        <p:spPr>
          <a:xfrm>
            <a:off x="1828800" y="4886325"/>
            <a:ext cx="14630400" cy="46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20c104332_3_71:notes"/>
          <p:cNvSpPr/>
          <p:nvPr>
            <p:ph idx="2" type="sldImg"/>
          </p:nvPr>
        </p:nvSpPr>
        <p:spPr>
          <a:xfrm>
            <a:off x="3048600" y="771525"/>
            <a:ext cx="12192600" cy="38577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920c104332_3_71:notes"/>
          <p:cNvSpPr txBox="1"/>
          <p:nvPr>
            <p:ph idx="1" type="body"/>
          </p:nvPr>
        </p:nvSpPr>
        <p:spPr>
          <a:xfrm>
            <a:off x="1828800" y="4886325"/>
            <a:ext cx="14630400" cy="46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920c104332_3_85:notes"/>
          <p:cNvSpPr/>
          <p:nvPr>
            <p:ph idx="2" type="sldImg"/>
          </p:nvPr>
        </p:nvSpPr>
        <p:spPr>
          <a:xfrm>
            <a:off x="3048600" y="771525"/>
            <a:ext cx="12192600" cy="38577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920c104332_3_85:notes"/>
          <p:cNvSpPr txBox="1"/>
          <p:nvPr>
            <p:ph idx="1" type="body"/>
          </p:nvPr>
        </p:nvSpPr>
        <p:spPr>
          <a:xfrm>
            <a:off x="1828800" y="4886325"/>
            <a:ext cx="14630400" cy="46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920c104332_3_62:notes"/>
          <p:cNvSpPr/>
          <p:nvPr>
            <p:ph idx="2" type="sldImg"/>
          </p:nvPr>
        </p:nvSpPr>
        <p:spPr>
          <a:xfrm>
            <a:off x="3048600" y="771525"/>
            <a:ext cx="12192600" cy="38577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920c104332_3_62:notes"/>
          <p:cNvSpPr txBox="1"/>
          <p:nvPr>
            <p:ph idx="1" type="body"/>
          </p:nvPr>
        </p:nvSpPr>
        <p:spPr>
          <a:xfrm>
            <a:off x="1828800" y="4886325"/>
            <a:ext cx="14630400" cy="46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920c104332_3_48:notes"/>
          <p:cNvSpPr/>
          <p:nvPr>
            <p:ph idx="2" type="sldImg"/>
          </p:nvPr>
        </p:nvSpPr>
        <p:spPr>
          <a:xfrm>
            <a:off x="3048600" y="771525"/>
            <a:ext cx="12192600" cy="38577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920c104332_3_48:notes"/>
          <p:cNvSpPr txBox="1"/>
          <p:nvPr>
            <p:ph idx="1" type="body"/>
          </p:nvPr>
        </p:nvSpPr>
        <p:spPr>
          <a:xfrm>
            <a:off x="1828800" y="4886325"/>
            <a:ext cx="14630400" cy="46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920c104332_3_43:notes"/>
          <p:cNvSpPr/>
          <p:nvPr>
            <p:ph idx="2" type="sldImg"/>
          </p:nvPr>
        </p:nvSpPr>
        <p:spPr>
          <a:xfrm>
            <a:off x="3048600" y="771525"/>
            <a:ext cx="12192600" cy="38577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920c104332_3_43:notes"/>
          <p:cNvSpPr txBox="1"/>
          <p:nvPr>
            <p:ph idx="1" type="body"/>
          </p:nvPr>
        </p:nvSpPr>
        <p:spPr>
          <a:xfrm>
            <a:off x="1828800" y="4886325"/>
            <a:ext cx="14630400" cy="46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6623eab289_2_0:notes"/>
          <p:cNvSpPr txBox="1"/>
          <p:nvPr>
            <p:ph idx="1" type="body"/>
          </p:nvPr>
        </p:nvSpPr>
        <p:spPr>
          <a:xfrm>
            <a:off x="1828800" y="4886325"/>
            <a:ext cx="14630400" cy="462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g26623eab289_2_0:notes"/>
          <p:cNvSpPr/>
          <p:nvPr>
            <p:ph idx="2" type="sldImg"/>
          </p:nvPr>
        </p:nvSpPr>
        <p:spPr>
          <a:xfrm>
            <a:off x="5715000" y="771525"/>
            <a:ext cx="6859588"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17" name="Shape 17"/>
        <p:cNvGrpSpPr/>
        <p:nvPr/>
      </p:nvGrpSpPr>
      <p:grpSpPr>
        <a:xfrm>
          <a:off x="0" y="0"/>
          <a:ext cx="0" cy="0"/>
          <a:chOff x="0" y="0"/>
          <a:chExt cx="0" cy="0"/>
        </a:xfrm>
      </p:grpSpPr>
      <p:sp>
        <p:nvSpPr>
          <p:cNvPr id="18" name="Google Shape;18;p20"/>
          <p:cNvSpPr txBox="1"/>
          <p:nvPr>
            <p:ph type="ctrTitle"/>
          </p:nvPr>
        </p:nvSpPr>
        <p:spPr>
          <a:xfrm>
            <a:off x="3650863" y="2769228"/>
            <a:ext cx="10986273" cy="342582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0"/>
          <p:cNvSpPr txBox="1"/>
          <p:nvPr>
            <p:ph idx="1" type="subTitle"/>
          </p:nvPr>
        </p:nvSpPr>
        <p:spPr>
          <a:xfrm>
            <a:off x="2743200" y="5760720"/>
            <a:ext cx="12801600" cy="25717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0"/>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0"/>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0"/>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3" name="Shape 23"/>
        <p:cNvGrpSpPr/>
        <p:nvPr/>
      </p:nvGrpSpPr>
      <p:grpSpPr>
        <a:xfrm>
          <a:off x="0" y="0"/>
          <a:ext cx="0" cy="0"/>
          <a:chOff x="0" y="0"/>
          <a:chExt cx="0" cy="0"/>
        </a:xfrm>
      </p:grpSpPr>
      <p:sp>
        <p:nvSpPr>
          <p:cNvPr id="24" name="Google Shape;24;p21"/>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1"/>
          <p:cNvSpPr txBox="1"/>
          <p:nvPr>
            <p:ph idx="10" type="dt"/>
          </p:nvPr>
        </p:nvSpPr>
        <p:spPr>
          <a:xfrm>
            <a:off x="914400" y="9566910"/>
            <a:ext cx="4206300" cy="5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1"/>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chemeClr val="lt1"/>
        </a:solidFill>
      </p:bgPr>
    </p:bg>
    <p:spTree>
      <p:nvGrpSpPr>
        <p:cNvPr id="27" name="Shape 27"/>
        <p:cNvGrpSpPr/>
        <p:nvPr/>
      </p:nvGrpSpPr>
      <p:grpSpPr>
        <a:xfrm>
          <a:off x="0" y="0"/>
          <a:ext cx="0" cy="0"/>
          <a:chOff x="0" y="0"/>
          <a:chExt cx="0" cy="0"/>
        </a:xfrm>
      </p:grpSpPr>
      <p:sp>
        <p:nvSpPr>
          <p:cNvPr id="28" name="Google Shape;28;p22"/>
          <p:cNvSpPr txBox="1"/>
          <p:nvPr>
            <p:ph type="title"/>
          </p:nvPr>
        </p:nvSpPr>
        <p:spPr>
          <a:xfrm>
            <a:off x="5754652" y="4710207"/>
            <a:ext cx="6778694" cy="89407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570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2"/>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2"/>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2"/>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2" name="Shape 32"/>
        <p:cNvGrpSpPr/>
        <p:nvPr/>
      </p:nvGrpSpPr>
      <p:grpSpPr>
        <a:xfrm>
          <a:off x="0" y="0"/>
          <a:ext cx="0" cy="0"/>
          <a:chOff x="0" y="0"/>
          <a:chExt cx="0" cy="0"/>
        </a:xfrm>
      </p:grpSpPr>
      <p:sp>
        <p:nvSpPr>
          <p:cNvPr id="33" name="Google Shape;33;p23"/>
          <p:cNvSpPr txBox="1"/>
          <p:nvPr>
            <p:ph type="title"/>
          </p:nvPr>
        </p:nvSpPr>
        <p:spPr>
          <a:xfrm>
            <a:off x="5754652" y="4710207"/>
            <a:ext cx="6778694" cy="89407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570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3"/>
          <p:cNvSpPr txBox="1"/>
          <p:nvPr>
            <p:ph idx="1" type="body"/>
          </p:nvPr>
        </p:nvSpPr>
        <p:spPr>
          <a:xfrm>
            <a:off x="1016367" y="2673981"/>
            <a:ext cx="16255265" cy="422592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3400">
                <a:solidFill>
                  <a:schemeClr val="dk1"/>
                </a:solidFill>
                <a:latin typeface="Verdana"/>
                <a:ea typeface="Verdana"/>
                <a:cs typeface="Verdana"/>
                <a:sym typeface="Verdana"/>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5" name="Google Shape;35;p23"/>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3"/>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3"/>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8" name="Shape 38"/>
        <p:cNvGrpSpPr/>
        <p:nvPr/>
      </p:nvGrpSpPr>
      <p:grpSpPr>
        <a:xfrm>
          <a:off x="0" y="0"/>
          <a:ext cx="0" cy="0"/>
          <a:chOff x="0" y="0"/>
          <a:chExt cx="0" cy="0"/>
        </a:xfrm>
      </p:grpSpPr>
      <p:sp>
        <p:nvSpPr>
          <p:cNvPr id="39" name="Google Shape;39;p24"/>
          <p:cNvSpPr txBox="1"/>
          <p:nvPr>
            <p:ph type="title"/>
          </p:nvPr>
        </p:nvSpPr>
        <p:spPr>
          <a:xfrm>
            <a:off x="5754652" y="4710207"/>
            <a:ext cx="6778694" cy="89407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5700">
                <a:solidFill>
                  <a:schemeClr val="dk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4"/>
          <p:cNvSpPr txBox="1"/>
          <p:nvPr>
            <p:ph idx="1" type="body"/>
          </p:nvPr>
        </p:nvSpPr>
        <p:spPr>
          <a:xfrm>
            <a:off x="914400" y="2366010"/>
            <a:ext cx="7955280" cy="678942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1" name="Google Shape;41;p24"/>
          <p:cNvSpPr txBox="1"/>
          <p:nvPr>
            <p:ph idx="2" type="body"/>
          </p:nvPr>
        </p:nvSpPr>
        <p:spPr>
          <a:xfrm>
            <a:off x="10404639" y="2754630"/>
            <a:ext cx="7263130" cy="5417184"/>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i="1" sz="3600">
                <a:solidFill>
                  <a:srgbClr val="5D17EB"/>
                </a:solidFill>
                <a:latin typeface="Trebuchet MS"/>
                <a:ea typeface="Trebuchet MS"/>
                <a:cs typeface="Trebuchet MS"/>
                <a:sym typeface="Trebuchet MS"/>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2" name="Google Shape;42;p24"/>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4"/>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4"/>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slideLayout" Target="../slideLayouts/slideLayout1.xml"/><Relationship Id="rId9" Type="http://schemas.openxmlformats.org/officeDocument/2006/relationships/theme" Target="../theme/theme2.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5754652" y="4710207"/>
            <a:ext cx="6778694" cy="894079"/>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5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9"/>
          <p:cNvSpPr txBox="1"/>
          <p:nvPr>
            <p:ph idx="1" type="body"/>
          </p:nvPr>
        </p:nvSpPr>
        <p:spPr>
          <a:xfrm>
            <a:off x="1016367" y="2673981"/>
            <a:ext cx="16255265" cy="4225925"/>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3400" u="none" cap="none" strike="noStrike">
                <a:solidFill>
                  <a:schemeClr val="dk1"/>
                </a:solidFill>
                <a:latin typeface="Verdana"/>
                <a:ea typeface="Verdana"/>
                <a:cs typeface="Verdana"/>
                <a:sym typeface="Verdana"/>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 name="Google Shape;8;p19"/>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9"/>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9"/>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1" name="Google Shape;11;p19"/>
          <p:cNvPicPr preferRelativeResize="0"/>
          <p:nvPr/>
        </p:nvPicPr>
        <p:blipFill rotWithShape="1">
          <a:blip r:embed="rId1">
            <a:alphaModFix/>
          </a:blip>
          <a:srcRect b="0" l="0" r="0" t="0"/>
          <a:stretch/>
        </p:blipFill>
        <p:spPr>
          <a:xfrm>
            <a:off x="146210" y="243407"/>
            <a:ext cx="2607932" cy="545660"/>
          </a:xfrm>
          <a:prstGeom prst="rect">
            <a:avLst/>
          </a:prstGeom>
          <a:noFill/>
          <a:ln>
            <a:noFill/>
          </a:ln>
        </p:spPr>
      </p:pic>
      <p:pic>
        <p:nvPicPr>
          <p:cNvPr id="12" name="Google Shape;12;p19"/>
          <p:cNvPicPr preferRelativeResize="0"/>
          <p:nvPr/>
        </p:nvPicPr>
        <p:blipFill rotWithShape="1">
          <a:blip r:embed="rId2">
            <a:alphaModFix/>
          </a:blip>
          <a:srcRect b="0" l="0" r="0" t="0"/>
          <a:stretch/>
        </p:blipFill>
        <p:spPr>
          <a:xfrm>
            <a:off x="16266701" y="12682"/>
            <a:ext cx="1957811" cy="1007109"/>
          </a:xfrm>
          <a:prstGeom prst="rect">
            <a:avLst/>
          </a:prstGeom>
          <a:noFill/>
          <a:ln>
            <a:noFill/>
          </a:ln>
        </p:spPr>
      </p:pic>
      <p:pic>
        <p:nvPicPr>
          <p:cNvPr id="13" name="Google Shape;13;p19"/>
          <p:cNvPicPr preferRelativeResize="0"/>
          <p:nvPr/>
        </p:nvPicPr>
        <p:blipFill rotWithShape="1">
          <a:blip r:embed="rId3">
            <a:alphaModFix amt="70000"/>
          </a:blip>
          <a:srcRect b="0" l="0" r="0" t="0"/>
          <a:stretch/>
        </p:blipFill>
        <p:spPr>
          <a:xfrm>
            <a:off x="16599351" y="8138565"/>
            <a:ext cx="1292509" cy="1292509"/>
          </a:xfrm>
          <a:prstGeom prst="rect">
            <a:avLst/>
          </a:prstGeom>
          <a:noFill/>
          <a:ln>
            <a:noFill/>
          </a:ln>
        </p:spPr>
      </p:pic>
      <p:sp>
        <p:nvSpPr>
          <p:cNvPr id="14" name="Google Shape;14;p19"/>
          <p:cNvSpPr/>
          <p:nvPr/>
        </p:nvSpPr>
        <p:spPr>
          <a:xfrm>
            <a:off x="3175" y="9762474"/>
            <a:ext cx="18284825" cy="457200"/>
          </a:xfrm>
          <a:prstGeom prst="rect">
            <a:avLst/>
          </a:prstGeom>
          <a:solidFill>
            <a:srgbClr val="007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 name="Google Shape;15;p19"/>
          <p:cNvSpPr/>
          <p:nvPr/>
        </p:nvSpPr>
        <p:spPr>
          <a:xfrm>
            <a:off x="15" y="9687113"/>
            <a:ext cx="18284825" cy="64008"/>
          </a:xfrm>
          <a:prstGeom prst="rect">
            <a:avLst/>
          </a:prstGeom>
          <a:solidFill>
            <a:srgbClr val="C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9"/>
          <p:cNvSpPr txBox="1"/>
          <p:nvPr/>
        </p:nvSpPr>
        <p:spPr>
          <a:xfrm>
            <a:off x="0" y="9802828"/>
            <a:ext cx="1191060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lt1"/>
                </a:solidFill>
                <a:latin typeface="Fira Code"/>
                <a:ea typeface="Fira Code"/>
                <a:cs typeface="Fira Code"/>
                <a:sym typeface="Fira Code"/>
              </a:rPr>
              <a:t>4CS001 - Introductory Programming and Problem Solving</a:t>
            </a:r>
            <a:endParaRPr/>
          </a:p>
        </p:txBody>
      </p:sp>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1"/>
          <p:cNvSpPr txBox="1"/>
          <p:nvPr/>
        </p:nvSpPr>
        <p:spPr>
          <a:xfrm>
            <a:off x="3650863" y="2769228"/>
            <a:ext cx="10692765" cy="3425825"/>
          </a:xfrm>
          <a:prstGeom prst="rect">
            <a:avLst/>
          </a:prstGeom>
          <a:noFill/>
          <a:ln>
            <a:noFill/>
          </a:ln>
        </p:spPr>
        <p:txBody>
          <a:bodyPr anchorCtr="0" anchor="t" bIns="0" lIns="0" spcFirstLastPara="1" rIns="0" wrap="square" tIns="170800">
            <a:spAutoFit/>
          </a:bodyPr>
          <a:lstStyle/>
          <a:p>
            <a:pPr indent="0" lvl="0" marL="12700" marR="0" rtl="0" algn="l">
              <a:lnSpc>
                <a:spcPct val="100000"/>
              </a:lnSpc>
              <a:spcBef>
                <a:spcPts val="0"/>
              </a:spcBef>
              <a:spcAft>
                <a:spcPts val="0"/>
              </a:spcAft>
              <a:buClr>
                <a:srgbClr val="000000"/>
              </a:buClr>
              <a:buSzPts val="6400"/>
              <a:buFont typeface="Arial"/>
              <a:buNone/>
            </a:pPr>
            <a:r>
              <a:rPr b="1" i="0" lang="en-US" sz="6400" u="none" cap="none" strike="noStrike">
                <a:solidFill>
                  <a:schemeClr val="dk1"/>
                </a:solidFill>
                <a:latin typeface="Arial"/>
                <a:ea typeface="Arial"/>
                <a:cs typeface="Arial"/>
                <a:sym typeface="Arial"/>
              </a:rPr>
              <a:t>Introductory Programming</a:t>
            </a:r>
            <a:endParaRPr b="0" i="0" sz="6400" u="none" cap="none" strike="noStrike">
              <a:solidFill>
                <a:schemeClr val="dk1"/>
              </a:solidFill>
              <a:latin typeface="Arial"/>
              <a:ea typeface="Arial"/>
              <a:cs typeface="Arial"/>
              <a:sym typeface="Arial"/>
            </a:endParaRPr>
          </a:p>
          <a:p>
            <a:pPr indent="2890520" lvl="0" marL="2087879" marR="2080260" rtl="0" algn="l">
              <a:lnSpc>
                <a:spcPct val="116199"/>
              </a:lnSpc>
              <a:spcBef>
                <a:spcPts val="0"/>
              </a:spcBef>
              <a:spcAft>
                <a:spcPts val="0"/>
              </a:spcAft>
              <a:buClr>
                <a:srgbClr val="000000"/>
              </a:buClr>
              <a:buSzPts val="6400"/>
              <a:buFont typeface="Arial"/>
              <a:buNone/>
            </a:pPr>
            <a:r>
              <a:rPr b="1" i="0" lang="en-US" sz="6400" u="none" cap="none" strike="noStrike">
                <a:solidFill>
                  <a:schemeClr val="dk1"/>
                </a:solidFill>
                <a:latin typeface="Arial"/>
                <a:ea typeface="Arial"/>
                <a:cs typeface="Arial"/>
                <a:sym typeface="Arial"/>
              </a:rPr>
              <a:t>&amp;  Problem Solving</a:t>
            </a:r>
            <a:endParaRPr b="0" i="0" sz="6400" u="none" cap="none" strike="noStrike">
              <a:solidFill>
                <a:schemeClr val="dk1"/>
              </a:solidFill>
              <a:latin typeface="Arial"/>
              <a:ea typeface="Arial"/>
              <a:cs typeface="Arial"/>
              <a:sym typeface="Arial"/>
            </a:endParaRPr>
          </a:p>
        </p:txBody>
      </p:sp>
      <p:sp>
        <p:nvSpPr>
          <p:cNvPr id="50" name="Google Shape;50;p1"/>
          <p:cNvSpPr txBox="1"/>
          <p:nvPr/>
        </p:nvSpPr>
        <p:spPr>
          <a:xfrm>
            <a:off x="6766431" y="6311899"/>
            <a:ext cx="4461600" cy="7056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500"/>
              <a:buFont typeface="Arial"/>
              <a:buNone/>
            </a:pPr>
            <a:r>
              <a:rPr b="1" i="0" lang="en-US" sz="4500" u="none" cap="none" strike="noStrike">
                <a:solidFill>
                  <a:schemeClr val="dk1"/>
                </a:solidFill>
                <a:latin typeface="Arial"/>
                <a:ea typeface="Arial"/>
                <a:cs typeface="Arial"/>
                <a:sym typeface="Arial"/>
              </a:rPr>
              <a:t>Tutorial Week-8</a:t>
            </a:r>
            <a:endParaRPr b="0" i="0" sz="45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pic>
        <p:nvPicPr>
          <p:cNvPr id="55" name="Google Shape;55;p2"/>
          <p:cNvPicPr preferRelativeResize="0"/>
          <p:nvPr/>
        </p:nvPicPr>
        <p:blipFill rotWithShape="1">
          <a:blip r:embed="rId3">
            <a:alphaModFix/>
          </a:blip>
          <a:srcRect b="0" l="0" r="0" t="0"/>
          <a:stretch/>
        </p:blipFill>
        <p:spPr>
          <a:xfrm>
            <a:off x="2989991" y="3819525"/>
            <a:ext cx="12258674" cy="26479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3"/>
          <p:cNvSpPr txBox="1"/>
          <p:nvPr>
            <p:ph idx="4294967295" type="title"/>
          </p:nvPr>
        </p:nvSpPr>
        <p:spPr>
          <a:xfrm>
            <a:off x="1116340" y="597423"/>
            <a:ext cx="10085100" cy="1156200"/>
          </a:xfrm>
          <a:prstGeom prst="rect">
            <a:avLst/>
          </a:prstGeom>
          <a:noFill/>
          <a:ln>
            <a:noFill/>
          </a:ln>
        </p:spPr>
        <p:txBody>
          <a:bodyPr anchorCtr="0" anchor="t" bIns="0" lIns="0" spcFirstLastPara="1" rIns="0" wrap="square" tIns="169525">
            <a:spAutoFit/>
          </a:bodyPr>
          <a:lstStyle/>
          <a:p>
            <a:pPr indent="-1122680" lvl="0" marL="1134745" marR="5080" rtl="0" algn="l">
              <a:lnSpc>
                <a:spcPct val="125000"/>
              </a:lnSpc>
              <a:spcBef>
                <a:spcPts val="0"/>
              </a:spcBef>
              <a:spcAft>
                <a:spcPts val="0"/>
              </a:spcAft>
              <a:buSzPts val="1400"/>
              <a:buNone/>
            </a:pPr>
            <a:r>
              <a:rPr lang="en-US" sz="6400">
                <a:solidFill>
                  <a:srgbClr val="67B92A"/>
                </a:solidFill>
                <a:latin typeface="Arial"/>
                <a:ea typeface="Arial"/>
                <a:cs typeface="Arial"/>
                <a:sym typeface="Arial"/>
              </a:rPr>
              <a:t>Concepts we discussed  </a:t>
            </a:r>
            <a:endParaRPr/>
          </a:p>
        </p:txBody>
      </p:sp>
      <p:sp>
        <p:nvSpPr>
          <p:cNvPr id="61" name="Google Shape;61;p3"/>
          <p:cNvSpPr txBox="1"/>
          <p:nvPr/>
        </p:nvSpPr>
        <p:spPr>
          <a:xfrm>
            <a:off x="1471250" y="2208050"/>
            <a:ext cx="9375300" cy="6184200"/>
          </a:xfrm>
          <a:prstGeom prst="rect">
            <a:avLst/>
          </a:prstGeom>
          <a:noFill/>
          <a:ln>
            <a:noFill/>
          </a:ln>
        </p:spPr>
        <p:txBody>
          <a:bodyPr anchorCtr="0" anchor="t" bIns="91425" lIns="91425" spcFirstLastPara="1" rIns="91425" wrap="square" tIns="91425">
            <a:noAutofit/>
          </a:bodyPr>
          <a:lstStyle/>
          <a:p>
            <a:pPr indent="-457200" lvl="0" marL="457200" marR="0" rtl="0" algn="l">
              <a:lnSpc>
                <a:spcPct val="100000"/>
              </a:lnSpc>
              <a:spcBef>
                <a:spcPts val="0"/>
              </a:spcBef>
              <a:spcAft>
                <a:spcPts val="0"/>
              </a:spcAft>
              <a:buClr>
                <a:schemeClr val="dk1"/>
              </a:buClr>
              <a:buSzPts val="5200"/>
              <a:buFont typeface="Arial"/>
              <a:buChar char="●"/>
            </a:pPr>
            <a:r>
              <a:rPr b="1" i="0" lang="en-US" sz="5200" u="none" cap="none" strike="noStrike">
                <a:solidFill>
                  <a:schemeClr val="dk1"/>
                </a:solidFill>
                <a:latin typeface="Arial"/>
                <a:ea typeface="Arial"/>
                <a:cs typeface="Arial"/>
                <a:sym typeface="Arial"/>
              </a:rPr>
              <a:t>Error Handling</a:t>
            </a:r>
            <a:endParaRPr b="1" i="0" sz="5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200"/>
              <a:buFont typeface="Arial"/>
              <a:buNone/>
            </a:pPr>
            <a:r>
              <a:t/>
            </a:r>
            <a:endParaRPr b="1" i="0" sz="5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5200"/>
              <a:buFont typeface="Arial"/>
              <a:buChar char="●"/>
            </a:pPr>
            <a:r>
              <a:rPr b="1" i="0" lang="en-US" sz="5200" u="none" cap="none" strike="noStrike">
                <a:solidFill>
                  <a:schemeClr val="dk1"/>
                </a:solidFill>
                <a:latin typeface="Arial"/>
                <a:ea typeface="Arial"/>
                <a:cs typeface="Arial"/>
                <a:sym typeface="Arial"/>
              </a:rPr>
              <a:t>Exceptions</a:t>
            </a:r>
            <a:endParaRPr b="1" i="0" sz="5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200"/>
              <a:buFont typeface="Arial"/>
              <a:buNone/>
            </a:pPr>
            <a:r>
              <a:t/>
            </a:r>
            <a:endParaRPr b="1" i="0" sz="5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5200"/>
              <a:buFont typeface="Arial"/>
              <a:buChar char="●"/>
            </a:pPr>
            <a:r>
              <a:rPr b="1" i="0" lang="en-US" sz="5200" u="none" cap="none" strike="noStrike">
                <a:solidFill>
                  <a:schemeClr val="dk1"/>
                </a:solidFill>
                <a:latin typeface="Arial"/>
                <a:ea typeface="Arial"/>
                <a:cs typeface="Arial"/>
                <a:sym typeface="Arial"/>
              </a:rPr>
              <a:t>Try &amp; Except</a:t>
            </a:r>
            <a:endParaRPr b="1" i="0" sz="5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200"/>
              <a:buFont typeface="Arial"/>
              <a:buNone/>
            </a:pPr>
            <a:r>
              <a:t/>
            </a:r>
            <a:endParaRPr b="1" i="0" sz="5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5200"/>
              <a:buFont typeface="Arial"/>
              <a:buChar char="●"/>
            </a:pPr>
            <a:r>
              <a:rPr b="1" i="0" lang="en-US" sz="5200" u="none" cap="none" strike="noStrike">
                <a:solidFill>
                  <a:schemeClr val="dk1"/>
                </a:solidFill>
                <a:latin typeface="Arial"/>
                <a:ea typeface="Arial"/>
                <a:cs typeface="Arial"/>
                <a:sym typeface="Arial"/>
              </a:rPr>
              <a:t>Validation</a:t>
            </a:r>
            <a:endParaRPr b="1" i="0" sz="52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g3920c104332_3_5"/>
          <p:cNvSpPr txBox="1"/>
          <p:nvPr>
            <p:ph idx="4294967295" type="title"/>
          </p:nvPr>
        </p:nvSpPr>
        <p:spPr>
          <a:xfrm>
            <a:off x="650855" y="1555469"/>
            <a:ext cx="7371600" cy="813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5200">
                <a:latin typeface="Arial"/>
                <a:ea typeface="Arial"/>
                <a:cs typeface="Arial"/>
                <a:sym typeface="Arial"/>
              </a:rPr>
              <a:t>What is Exception</a:t>
            </a:r>
            <a:endParaRPr/>
          </a:p>
        </p:txBody>
      </p:sp>
      <p:sp>
        <p:nvSpPr>
          <p:cNvPr id="67" name="Google Shape;67;g3920c104332_3_5"/>
          <p:cNvSpPr txBox="1"/>
          <p:nvPr/>
        </p:nvSpPr>
        <p:spPr>
          <a:xfrm>
            <a:off x="973275" y="2929925"/>
            <a:ext cx="15777300" cy="5610600"/>
          </a:xfrm>
          <a:prstGeom prst="rect">
            <a:avLst/>
          </a:prstGeom>
          <a:noFill/>
          <a:ln>
            <a:noFill/>
          </a:ln>
        </p:spPr>
        <p:txBody>
          <a:bodyPr anchorCtr="0" anchor="t" bIns="0" lIns="0" spcFirstLastPara="1" rIns="0" wrap="square" tIns="342250">
            <a:spAutoFit/>
          </a:bodyPr>
          <a:lstStyle/>
          <a:p>
            <a:pPr indent="-457200" lvl="0" marL="457200" marR="0" rtl="0" algn="just">
              <a:lnSpc>
                <a:spcPct val="100000"/>
              </a:lnSpc>
              <a:spcBef>
                <a:spcPts val="0"/>
              </a:spcBef>
              <a:spcAft>
                <a:spcPts val="0"/>
              </a:spcAft>
              <a:buClr>
                <a:schemeClr val="dk1"/>
              </a:buClr>
              <a:buSzPts val="3900"/>
              <a:buFont typeface="Arial"/>
              <a:buChar char="●"/>
            </a:pPr>
            <a:r>
              <a:rPr b="0" i="0" lang="en-US" sz="3900" u="none" cap="none" strike="noStrike">
                <a:solidFill>
                  <a:schemeClr val="dk1"/>
                </a:solidFill>
                <a:latin typeface="Arial"/>
                <a:ea typeface="Arial"/>
                <a:cs typeface="Arial"/>
                <a:sym typeface="Arial"/>
              </a:rPr>
              <a:t>It is a problem that arises during the execution of a program.</a:t>
            </a:r>
            <a:endParaRPr b="0" i="0" sz="3900" u="none" cap="none" strike="noStrike">
              <a:solidFill>
                <a:schemeClr val="dk1"/>
              </a:solidFill>
              <a:latin typeface="Arial"/>
              <a:ea typeface="Arial"/>
              <a:cs typeface="Arial"/>
              <a:sym typeface="Arial"/>
            </a:endParaRPr>
          </a:p>
          <a:p>
            <a:pPr indent="0" lvl="0" marL="0" marR="5080" rtl="0" algn="just">
              <a:lnSpc>
                <a:spcPct val="155400"/>
              </a:lnSpc>
              <a:spcBef>
                <a:spcPts val="0"/>
              </a:spcBef>
              <a:spcAft>
                <a:spcPts val="0"/>
              </a:spcAft>
              <a:buClr>
                <a:srgbClr val="000000"/>
              </a:buClr>
              <a:buSzPts val="3900"/>
              <a:buFont typeface="Arial"/>
              <a:buNone/>
            </a:pPr>
            <a:r>
              <a:t/>
            </a:r>
            <a:endParaRPr b="0" i="0" sz="3900" u="none" cap="none" strike="noStrike">
              <a:solidFill>
                <a:schemeClr val="dk1"/>
              </a:solidFill>
              <a:latin typeface="Arial"/>
              <a:ea typeface="Arial"/>
              <a:cs typeface="Arial"/>
              <a:sym typeface="Arial"/>
            </a:endParaRPr>
          </a:p>
          <a:p>
            <a:pPr indent="-457200" lvl="0" marL="457200" marR="5080" rtl="0" algn="just">
              <a:lnSpc>
                <a:spcPct val="155400"/>
              </a:lnSpc>
              <a:spcBef>
                <a:spcPts val="0"/>
              </a:spcBef>
              <a:spcAft>
                <a:spcPts val="0"/>
              </a:spcAft>
              <a:buClr>
                <a:schemeClr val="dk1"/>
              </a:buClr>
              <a:buSzPts val="3900"/>
              <a:buFont typeface="Arial"/>
              <a:buChar char="●"/>
            </a:pPr>
            <a:r>
              <a:rPr b="0" i="0" lang="en-US" sz="3900" u="none" cap="none" strike="noStrike">
                <a:solidFill>
                  <a:schemeClr val="dk1"/>
                </a:solidFill>
                <a:latin typeface="Arial"/>
                <a:ea typeface="Arial"/>
                <a:cs typeface="Arial"/>
                <a:sym typeface="Arial"/>
              </a:rPr>
              <a:t>When an Exception occurs the normal flow of the program is disrupted  and the program/Application terminates abnormally, which is not  recommended.</a:t>
            </a:r>
            <a:endParaRPr b="0" i="0" sz="1400" u="none" cap="none" strike="noStrike">
              <a:solidFill>
                <a:srgbClr val="000000"/>
              </a:solidFill>
              <a:latin typeface="Arial"/>
              <a:ea typeface="Arial"/>
              <a:cs typeface="Arial"/>
              <a:sym typeface="Arial"/>
            </a:endParaRPr>
          </a:p>
          <a:p>
            <a:pPr indent="0" lvl="0" marL="12700" marR="0" rtl="0" algn="just">
              <a:lnSpc>
                <a:spcPct val="100000"/>
              </a:lnSpc>
              <a:spcBef>
                <a:spcPts val="2595"/>
              </a:spcBef>
              <a:spcAft>
                <a:spcPts val="0"/>
              </a:spcAft>
              <a:buClr>
                <a:srgbClr val="000000"/>
              </a:buClr>
              <a:buSzPts val="3900"/>
              <a:buFont typeface="Arial"/>
              <a:buNone/>
            </a:pPr>
            <a:r>
              <a:rPr b="0" i="0" lang="en-US" sz="3900" u="none" cap="none" strike="noStrike">
                <a:solidFill>
                  <a:schemeClr val="dk1"/>
                </a:solidFill>
                <a:latin typeface="Arial"/>
                <a:ea typeface="Arial"/>
                <a:cs typeface="Arial"/>
                <a:sym typeface="Arial"/>
              </a:rPr>
              <a:t>Therefore, these exceptions are to be handled.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id="72" name="Google Shape;72;p5"/>
          <p:cNvPicPr preferRelativeResize="0"/>
          <p:nvPr/>
        </p:nvPicPr>
        <p:blipFill rotWithShape="1">
          <a:blip r:embed="rId3">
            <a:alphaModFix/>
          </a:blip>
          <a:srcRect b="0" l="0" r="0" t="0"/>
          <a:stretch/>
        </p:blipFill>
        <p:spPr>
          <a:xfrm>
            <a:off x="2617164" y="1421403"/>
            <a:ext cx="12058651" cy="8401049"/>
          </a:xfrm>
          <a:prstGeom prst="rect">
            <a:avLst/>
          </a:prstGeom>
          <a:noFill/>
          <a:ln>
            <a:noFill/>
          </a:ln>
        </p:spPr>
      </p:pic>
      <p:sp>
        <p:nvSpPr>
          <p:cNvPr id="73" name="Google Shape;73;p5"/>
          <p:cNvSpPr txBox="1"/>
          <p:nvPr>
            <p:ph idx="4294967295" type="title"/>
          </p:nvPr>
        </p:nvSpPr>
        <p:spPr>
          <a:xfrm>
            <a:off x="4126338" y="354853"/>
            <a:ext cx="11272800" cy="813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5200">
                <a:latin typeface="Arial"/>
                <a:ea typeface="Arial"/>
                <a:cs typeface="Arial"/>
                <a:sym typeface="Arial"/>
              </a:rPr>
              <a:t>Standard Python Exception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g3920c104332_3_12"/>
          <p:cNvSpPr txBox="1"/>
          <p:nvPr>
            <p:ph idx="4294967295" type="title"/>
          </p:nvPr>
        </p:nvSpPr>
        <p:spPr>
          <a:xfrm>
            <a:off x="604911" y="1447203"/>
            <a:ext cx="6325800" cy="813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5200">
                <a:latin typeface="Arial"/>
                <a:ea typeface="Arial"/>
                <a:cs typeface="Arial"/>
                <a:sym typeface="Arial"/>
              </a:rPr>
              <a:t>Exception Handling</a:t>
            </a:r>
            <a:endParaRPr/>
          </a:p>
        </p:txBody>
      </p:sp>
      <p:sp>
        <p:nvSpPr>
          <p:cNvPr id="79" name="Google Shape;79;g3920c104332_3_12"/>
          <p:cNvSpPr txBox="1"/>
          <p:nvPr/>
        </p:nvSpPr>
        <p:spPr>
          <a:xfrm>
            <a:off x="1945430" y="3298164"/>
            <a:ext cx="14338200" cy="5210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600"/>
              <a:buFont typeface="Arial"/>
              <a:buNone/>
            </a:pPr>
            <a:r>
              <a:rPr b="0" i="0" lang="en-US" sz="3600" u="none" cap="none" strike="noStrike">
                <a:solidFill>
                  <a:schemeClr val="dk1"/>
                </a:solidFill>
                <a:latin typeface="Arial"/>
                <a:ea typeface="Arial"/>
                <a:cs typeface="Arial"/>
                <a:sym typeface="Arial"/>
              </a:rPr>
              <a:t>The try...except block is used to handle exceptions in Python.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5"/>
              </a:spcBef>
              <a:spcAft>
                <a:spcPts val="0"/>
              </a:spcAft>
              <a:buClr>
                <a:srgbClr val="000000"/>
              </a:buClr>
              <a:buSzPts val="6750"/>
              <a:buFont typeface="Arial"/>
              <a:buNone/>
            </a:pPr>
            <a:r>
              <a:t/>
            </a:r>
            <a:endParaRPr b="0" i="0" sz="6750" u="none" cap="none" strike="noStrike">
              <a:solidFill>
                <a:schemeClr val="dk1"/>
              </a:solidFill>
              <a:latin typeface="Arial"/>
              <a:ea typeface="Arial"/>
              <a:cs typeface="Arial"/>
              <a:sym typeface="Arial"/>
            </a:endParaRPr>
          </a:p>
          <a:p>
            <a:pPr indent="0" lvl="0" marL="48895" marR="0" rtl="0" algn="l">
              <a:lnSpc>
                <a:spcPct val="100000"/>
              </a:lnSpc>
              <a:spcBef>
                <a:spcPts val="0"/>
              </a:spcBef>
              <a:spcAft>
                <a:spcPts val="0"/>
              </a:spcAft>
              <a:buClr>
                <a:srgbClr val="000000"/>
              </a:buClr>
              <a:buSzPts val="5200"/>
              <a:buFont typeface="Arial"/>
              <a:buNone/>
            </a:pPr>
            <a:r>
              <a:rPr b="1" i="0" lang="en-US" sz="5200" u="none" cap="none" strike="noStrike">
                <a:solidFill>
                  <a:schemeClr val="dk1"/>
                </a:solidFill>
                <a:latin typeface="Arial"/>
                <a:ea typeface="Arial"/>
                <a:cs typeface="Arial"/>
                <a:sym typeface="Arial"/>
              </a:rPr>
              <a:t>try:</a:t>
            </a:r>
            <a:endParaRPr b="0" i="0" sz="5200" u="none" cap="none" strike="noStrike">
              <a:solidFill>
                <a:schemeClr val="dk1"/>
              </a:solidFill>
              <a:latin typeface="Arial"/>
              <a:ea typeface="Arial"/>
              <a:cs typeface="Arial"/>
              <a:sym typeface="Arial"/>
            </a:endParaRPr>
          </a:p>
          <a:p>
            <a:pPr indent="622300" lvl="0" marL="48895" marR="3058160" rtl="0" algn="l">
              <a:lnSpc>
                <a:spcPct val="116599"/>
              </a:lnSpc>
              <a:spcBef>
                <a:spcPts val="0"/>
              </a:spcBef>
              <a:spcAft>
                <a:spcPts val="0"/>
              </a:spcAft>
              <a:buClr>
                <a:srgbClr val="000000"/>
              </a:buClr>
              <a:buSzPts val="5200"/>
              <a:buFont typeface="Arial"/>
              <a:buNone/>
            </a:pPr>
            <a:r>
              <a:rPr b="1" i="0" lang="en-US" sz="5200" u="none" cap="none" strike="noStrike">
                <a:solidFill>
                  <a:schemeClr val="dk1"/>
                </a:solidFill>
                <a:latin typeface="Arial"/>
                <a:ea typeface="Arial"/>
                <a:cs typeface="Arial"/>
                <a:sym typeface="Arial"/>
              </a:rPr>
              <a:t># code that may cause exception  except:</a:t>
            </a:r>
            <a:endParaRPr b="0" i="0" sz="5200" u="none" cap="none" strike="noStrike">
              <a:solidFill>
                <a:schemeClr val="dk1"/>
              </a:solidFill>
              <a:latin typeface="Arial"/>
              <a:ea typeface="Arial"/>
              <a:cs typeface="Arial"/>
              <a:sym typeface="Arial"/>
            </a:endParaRPr>
          </a:p>
          <a:p>
            <a:pPr indent="0" lvl="0" marL="671830" marR="0" rtl="0" algn="l">
              <a:lnSpc>
                <a:spcPct val="100000"/>
              </a:lnSpc>
              <a:spcBef>
                <a:spcPts val="1035"/>
              </a:spcBef>
              <a:spcAft>
                <a:spcPts val="0"/>
              </a:spcAft>
              <a:buClr>
                <a:srgbClr val="000000"/>
              </a:buClr>
              <a:buSzPts val="5200"/>
              <a:buFont typeface="Arial"/>
              <a:buNone/>
            </a:pPr>
            <a:r>
              <a:rPr b="1" i="0" lang="en-US" sz="5200" u="none" cap="none" strike="noStrike">
                <a:solidFill>
                  <a:schemeClr val="dk1"/>
                </a:solidFill>
                <a:latin typeface="Arial"/>
                <a:ea typeface="Arial"/>
                <a:cs typeface="Arial"/>
                <a:sym typeface="Arial"/>
              </a:rPr>
              <a:t># code to run when exception occurs</a:t>
            </a:r>
            <a:endParaRPr b="0" i="0" sz="52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920c104332_3_26"/>
          <p:cNvSpPr txBox="1"/>
          <p:nvPr>
            <p:ph idx="4294967295" type="title"/>
          </p:nvPr>
        </p:nvSpPr>
        <p:spPr>
          <a:xfrm>
            <a:off x="474410" y="970244"/>
            <a:ext cx="4957500" cy="813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5200">
                <a:latin typeface="Arial"/>
                <a:ea typeface="Arial"/>
                <a:cs typeface="Arial"/>
                <a:sym typeface="Arial"/>
              </a:rPr>
              <a:t>Example 1</a:t>
            </a:r>
            <a:endParaRPr/>
          </a:p>
        </p:txBody>
      </p:sp>
      <p:sp>
        <p:nvSpPr>
          <p:cNvPr id="85" name="Google Shape;85;g3920c104332_3_26"/>
          <p:cNvSpPr txBox="1"/>
          <p:nvPr/>
        </p:nvSpPr>
        <p:spPr>
          <a:xfrm>
            <a:off x="930950" y="2516363"/>
            <a:ext cx="15254400" cy="6800400"/>
          </a:xfrm>
          <a:prstGeom prst="rect">
            <a:avLst/>
          </a:prstGeom>
          <a:noFill/>
          <a:ln>
            <a:noFill/>
          </a:ln>
        </p:spPr>
        <p:txBody>
          <a:bodyPr anchorCtr="0" anchor="t" bIns="0" lIns="0" spcFirstLastPara="1" rIns="0" wrap="square" tIns="107950">
            <a:spAutoFit/>
          </a:bodyPr>
          <a:lstStyle/>
          <a:p>
            <a:pPr indent="0" lvl="0" marL="12700" marR="0" rtl="0" algn="l">
              <a:lnSpc>
                <a:spcPct val="100000"/>
              </a:lnSpc>
              <a:spcBef>
                <a:spcPts val="0"/>
              </a:spcBef>
              <a:spcAft>
                <a:spcPts val="0"/>
              </a:spcAft>
              <a:buClr>
                <a:srgbClr val="000000"/>
              </a:buClr>
              <a:buSzPts val="4000"/>
              <a:buFont typeface="Arial"/>
              <a:buNone/>
            </a:pPr>
            <a:r>
              <a:rPr b="1" i="0" lang="en-US" sz="4000" u="none" cap="none" strike="noStrike">
                <a:solidFill>
                  <a:schemeClr val="dk1"/>
                </a:solidFill>
                <a:latin typeface="Arial"/>
                <a:ea typeface="Arial"/>
                <a:cs typeface="Arial"/>
                <a:sym typeface="Arial"/>
              </a:rPr>
              <a:t>try:</a:t>
            </a:r>
            <a:endParaRPr b="1" i="0" sz="1400" u="none" cap="none" strike="noStrike">
              <a:solidFill>
                <a:srgbClr val="000000"/>
              </a:solidFill>
              <a:latin typeface="Arial"/>
              <a:ea typeface="Arial"/>
              <a:cs typeface="Arial"/>
              <a:sym typeface="Arial"/>
            </a:endParaRPr>
          </a:p>
          <a:p>
            <a:pPr indent="0" lvl="0" marL="510540" marR="0" rtl="0" algn="l">
              <a:lnSpc>
                <a:spcPct val="100000"/>
              </a:lnSpc>
              <a:spcBef>
                <a:spcPts val="750"/>
              </a:spcBef>
              <a:spcAft>
                <a:spcPts val="0"/>
              </a:spcAft>
              <a:buClr>
                <a:srgbClr val="000000"/>
              </a:buClr>
              <a:buSzPts val="4000"/>
              <a:buFont typeface="Arial"/>
              <a:buNone/>
            </a:pPr>
            <a:r>
              <a:rPr b="0" i="0" lang="en-US" sz="4000" u="none" cap="none" strike="noStrike">
                <a:solidFill>
                  <a:schemeClr val="dk1"/>
                </a:solidFill>
                <a:latin typeface="Arial"/>
                <a:ea typeface="Arial"/>
                <a:cs typeface="Arial"/>
                <a:sym typeface="Arial"/>
              </a:rPr>
              <a:t>numerator = 10</a:t>
            </a:r>
            <a:endParaRPr b="0" i="0" sz="1400" u="none" cap="none" strike="noStrike">
              <a:solidFill>
                <a:srgbClr val="000000"/>
              </a:solidFill>
              <a:latin typeface="Arial"/>
              <a:ea typeface="Arial"/>
              <a:cs typeface="Arial"/>
              <a:sym typeface="Arial"/>
            </a:endParaRPr>
          </a:p>
          <a:p>
            <a:pPr indent="0" lvl="0" marL="510540" marR="0" rtl="0" algn="l">
              <a:lnSpc>
                <a:spcPct val="100000"/>
              </a:lnSpc>
              <a:spcBef>
                <a:spcPts val="750"/>
              </a:spcBef>
              <a:spcAft>
                <a:spcPts val="0"/>
              </a:spcAft>
              <a:buClr>
                <a:srgbClr val="000000"/>
              </a:buClr>
              <a:buSzPts val="4000"/>
              <a:buFont typeface="Arial"/>
              <a:buNone/>
            </a:pPr>
            <a:r>
              <a:rPr b="0" i="0" lang="en-US" sz="4000" u="none" cap="none" strike="noStrike">
                <a:solidFill>
                  <a:schemeClr val="dk1"/>
                </a:solidFill>
                <a:latin typeface="Arial"/>
                <a:ea typeface="Arial"/>
                <a:cs typeface="Arial"/>
                <a:sym typeface="Arial"/>
              </a:rPr>
              <a:t>denominator = 0</a:t>
            </a:r>
            <a:endParaRPr b="0" i="0" sz="1400" u="none" cap="none" strike="noStrike">
              <a:solidFill>
                <a:srgbClr val="000000"/>
              </a:solidFill>
              <a:latin typeface="Arial"/>
              <a:ea typeface="Arial"/>
              <a:cs typeface="Arial"/>
              <a:sym typeface="Arial"/>
            </a:endParaRPr>
          </a:p>
          <a:p>
            <a:pPr indent="0" lvl="0" marL="510540" marR="1999613" rtl="0" algn="l">
              <a:lnSpc>
                <a:spcPct val="277500"/>
              </a:lnSpc>
              <a:spcBef>
                <a:spcPts val="1420"/>
              </a:spcBef>
              <a:spcAft>
                <a:spcPts val="0"/>
              </a:spcAft>
              <a:buClr>
                <a:srgbClr val="000000"/>
              </a:buClr>
              <a:buSzPts val="4000"/>
              <a:buFont typeface="Arial"/>
              <a:buNone/>
            </a:pPr>
            <a:r>
              <a:rPr b="0" i="0" lang="en-US" sz="4000" u="none" cap="none" strike="noStrike">
                <a:solidFill>
                  <a:schemeClr val="dk1"/>
                </a:solidFill>
                <a:latin typeface="Arial"/>
                <a:ea typeface="Arial"/>
                <a:cs typeface="Arial"/>
                <a:sym typeface="Arial"/>
              </a:rPr>
              <a:t>result = numerator/denominator  print(result)</a:t>
            </a:r>
            <a:endParaRPr b="0" i="0" sz="1400" u="none" cap="none" strike="noStrike">
              <a:solidFill>
                <a:srgbClr val="000000"/>
              </a:solidFill>
              <a:latin typeface="Arial"/>
              <a:ea typeface="Arial"/>
              <a:cs typeface="Arial"/>
              <a:sym typeface="Arial"/>
            </a:endParaRPr>
          </a:p>
          <a:p>
            <a:pPr indent="0" lvl="0" marL="12700" marR="0" rtl="0" algn="l">
              <a:lnSpc>
                <a:spcPct val="103250"/>
              </a:lnSpc>
              <a:spcBef>
                <a:spcPts val="0"/>
              </a:spcBef>
              <a:spcAft>
                <a:spcPts val="0"/>
              </a:spcAft>
              <a:buClr>
                <a:srgbClr val="000000"/>
              </a:buClr>
              <a:buSzPts val="4000"/>
              <a:buFont typeface="Arial"/>
              <a:buNone/>
            </a:pPr>
            <a:r>
              <a:rPr b="1" i="0" lang="en-US" sz="4000" u="none" cap="none" strike="noStrike">
                <a:solidFill>
                  <a:schemeClr val="dk1"/>
                </a:solidFill>
                <a:latin typeface="Arial"/>
                <a:ea typeface="Arial"/>
                <a:cs typeface="Arial"/>
                <a:sym typeface="Arial"/>
              </a:rPr>
              <a:t>except ZeroDivisionError:</a:t>
            </a:r>
            <a:endParaRPr b="1" i="0" sz="1400" u="none" cap="none" strike="noStrike">
              <a:solidFill>
                <a:srgbClr val="000000"/>
              </a:solidFill>
              <a:latin typeface="Arial"/>
              <a:ea typeface="Arial"/>
              <a:cs typeface="Arial"/>
              <a:sym typeface="Arial"/>
            </a:endParaRPr>
          </a:p>
          <a:p>
            <a:pPr indent="0" lvl="0" marL="510540" marR="0" rtl="0" algn="l">
              <a:lnSpc>
                <a:spcPct val="100000"/>
              </a:lnSpc>
              <a:spcBef>
                <a:spcPts val="750"/>
              </a:spcBef>
              <a:spcAft>
                <a:spcPts val="0"/>
              </a:spcAft>
              <a:buClr>
                <a:srgbClr val="000000"/>
              </a:buClr>
              <a:buSzPts val="4000"/>
              <a:buFont typeface="Arial"/>
              <a:buNone/>
            </a:pPr>
            <a:r>
              <a:rPr b="0" i="0" lang="en-US" sz="4000" u="none" cap="none" strike="noStrike">
                <a:solidFill>
                  <a:schemeClr val="dk1"/>
                </a:solidFill>
                <a:latin typeface="Arial"/>
                <a:ea typeface="Arial"/>
                <a:cs typeface="Arial"/>
                <a:sym typeface="Arial"/>
              </a:rPr>
              <a:t>print("Error: Denominator cannot be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
              </a:spcBef>
              <a:spcAft>
                <a:spcPts val="0"/>
              </a:spcAft>
              <a:buClr>
                <a:srgbClr val="000000"/>
              </a:buClr>
              <a:buSzPts val="5150"/>
              <a:buFont typeface="Arial"/>
              <a:buNone/>
            </a:pPr>
            <a:r>
              <a:t/>
            </a:r>
            <a:endParaRPr b="0" i="0" sz="515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4000"/>
              <a:buFont typeface="Arial"/>
              <a:buNone/>
            </a:pPr>
            <a:r>
              <a:rPr b="0" i="0" lang="en-US" sz="4000" u="none" cap="none" strike="noStrike">
                <a:solidFill>
                  <a:schemeClr val="dk1"/>
                </a:solidFill>
                <a:latin typeface="Arial"/>
                <a:ea typeface="Arial"/>
                <a:cs typeface="Arial"/>
                <a:sym typeface="Arial"/>
              </a:rPr>
              <a:t># Output: Error: Denominator cannot be 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3920c104332_3_19"/>
          <p:cNvSpPr txBox="1"/>
          <p:nvPr>
            <p:ph idx="4294967295" type="title"/>
          </p:nvPr>
        </p:nvSpPr>
        <p:spPr>
          <a:xfrm>
            <a:off x="3718875" y="279550"/>
            <a:ext cx="4497600" cy="748200"/>
          </a:xfrm>
          <a:prstGeom prst="rect">
            <a:avLst/>
          </a:prstGeom>
          <a:noFill/>
          <a:ln>
            <a:noFill/>
          </a:ln>
        </p:spPr>
        <p:txBody>
          <a:bodyPr anchorCtr="0" anchor="t" bIns="0" lIns="0" spcFirstLastPara="1" rIns="0" wrap="square" tIns="11675">
            <a:spAutoFit/>
          </a:bodyPr>
          <a:lstStyle/>
          <a:p>
            <a:pPr indent="0" lvl="0" marL="11685" rtl="0" algn="l">
              <a:lnSpc>
                <a:spcPct val="100000"/>
              </a:lnSpc>
              <a:spcBef>
                <a:spcPts val="0"/>
              </a:spcBef>
              <a:spcAft>
                <a:spcPts val="0"/>
              </a:spcAft>
              <a:buSzPts val="1288"/>
              <a:buNone/>
            </a:pPr>
            <a:r>
              <a:rPr lang="en-US" sz="4784">
                <a:latin typeface="Arial"/>
                <a:ea typeface="Arial"/>
                <a:cs typeface="Arial"/>
                <a:sym typeface="Arial"/>
              </a:rPr>
              <a:t>Example 2</a:t>
            </a:r>
            <a:endParaRPr sz="5244"/>
          </a:p>
        </p:txBody>
      </p:sp>
      <p:sp>
        <p:nvSpPr>
          <p:cNvPr id="91" name="Google Shape;91;g3920c104332_3_19"/>
          <p:cNvSpPr txBox="1"/>
          <p:nvPr/>
        </p:nvSpPr>
        <p:spPr>
          <a:xfrm>
            <a:off x="3962488" y="1207896"/>
            <a:ext cx="10548000" cy="8022000"/>
          </a:xfrm>
          <a:prstGeom prst="rect">
            <a:avLst/>
          </a:prstGeom>
          <a:noFill/>
          <a:ln>
            <a:noFill/>
          </a:ln>
        </p:spPr>
        <p:txBody>
          <a:bodyPr anchorCtr="0" anchor="t" bIns="0" lIns="0" spcFirstLastPara="1" rIns="0" wrap="square" tIns="83550">
            <a:spAutoFit/>
          </a:bodyPr>
          <a:lstStyle/>
          <a:p>
            <a:pPr indent="0" lvl="0" marL="11685" marR="0" rtl="0" algn="l">
              <a:lnSpc>
                <a:spcPct val="100000"/>
              </a:lnSpc>
              <a:spcBef>
                <a:spcPts val="0"/>
              </a:spcBef>
              <a:spcAft>
                <a:spcPts val="0"/>
              </a:spcAft>
              <a:buClr>
                <a:srgbClr val="000000"/>
              </a:buClr>
              <a:buSzPts val="3036"/>
              <a:buFont typeface="Arial"/>
              <a:buNone/>
            </a:pPr>
            <a:r>
              <a:rPr b="0" i="0" lang="en-US" sz="3036" u="none" cap="none" strike="noStrike">
                <a:solidFill>
                  <a:schemeClr val="dk1"/>
                </a:solidFill>
                <a:latin typeface="Arial"/>
                <a:ea typeface="Arial"/>
                <a:cs typeface="Arial"/>
                <a:sym typeface="Arial"/>
              </a:rPr>
              <a:t>try:</a:t>
            </a:r>
            <a:endParaRPr b="0" i="0" sz="1288" u="none" cap="none" strike="noStrike">
              <a:solidFill>
                <a:srgbClr val="000000"/>
              </a:solidFill>
              <a:latin typeface="Arial"/>
              <a:ea typeface="Arial"/>
              <a:cs typeface="Arial"/>
              <a:sym typeface="Arial"/>
            </a:endParaRPr>
          </a:p>
          <a:p>
            <a:pPr indent="0" lvl="0" marL="389695" marR="0" rtl="0" algn="l">
              <a:lnSpc>
                <a:spcPct val="100000"/>
              </a:lnSpc>
              <a:spcBef>
                <a:spcPts val="566"/>
              </a:spcBef>
              <a:spcAft>
                <a:spcPts val="0"/>
              </a:spcAft>
              <a:buClr>
                <a:srgbClr val="000000"/>
              </a:buClr>
              <a:buSzPts val="3036"/>
              <a:buFont typeface="Arial"/>
              <a:buNone/>
            </a:pPr>
            <a:r>
              <a:rPr b="0" i="0" lang="en-US" sz="3036" u="none" cap="none" strike="noStrike">
                <a:solidFill>
                  <a:schemeClr val="dk1"/>
                </a:solidFill>
                <a:latin typeface="Arial"/>
                <a:ea typeface="Arial"/>
                <a:cs typeface="Arial"/>
                <a:sym typeface="Arial"/>
              </a:rPr>
              <a:t>num1 = int(input("Enter a number: "))</a:t>
            </a:r>
            <a:endParaRPr b="0" i="0" sz="1288" u="none" cap="none" strike="noStrike">
              <a:solidFill>
                <a:srgbClr val="000000"/>
              </a:solidFill>
              <a:latin typeface="Arial"/>
              <a:ea typeface="Arial"/>
              <a:cs typeface="Arial"/>
              <a:sym typeface="Arial"/>
            </a:endParaRPr>
          </a:p>
          <a:p>
            <a:pPr indent="0" lvl="0" marL="389695" marR="0" rtl="0" algn="l">
              <a:lnSpc>
                <a:spcPct val="100000"/>
              </a:lnSpc>
              <a:spcBef>
                <a:spcPts val="566"/>
              </a:spcBef>
              <a:spcAft>
                <a:spcPts val="0"/>
              </a:spcAft>
              <a:buClr>
                <a:srgbClr val="000000"/>
              </a:buClr>
              <a:buSzPts val="3036"/>
              <a:buFont typeface="Arial"/>
              <a:buNone/>
            </a:pPr>
            <a:r>
              <a:rPr b="0" i="0" lang="en-US" sz="3036" u="none" cap="none" strike="noStrike">
                <a:solidFill>
                  <a:schemeClr val="dk1"/>
                </a:solidFill>
                <a:latin typeface="Arial"/>
                <a:ea typeface="Arial"/>
                <a:cs typeface="Arial"/>
                <a:sym typeface="Arial"/>
              </a:rPr>
              <a:t>num2 = int(input("Enter another number: "))</a:t>
            </a:r>
            <a:endParaRPr b="0" i="0" sz="1288" u="none" cap="none" strike="noStrike">
              <a:solidFill>
                <a:srgbClr val="000000"/>
              </a:solidFill>
              <a:latin typeface="Arial"/>
              <a:ea typeface="Arial"/>
              <a:cs typeface="Arial"/>
              <a:sym typeface="Arial"/>
            </a:endParaRPr>
          </a:p>
          <a:p>
            <a:pPr indent="-378594" lvl="0" marL="389695" marR="944153" rtl="0" algn="l">
              <a:lnSpc>
                <a:spcPct val="115500"/>
              </a:lnSpc>
              <a:spcBef>
                <a:spcPts val="0"/>
              </a:spcBef>
              <a:spcAft>
                <a:spcPts val="0"/>
              </a:spcAft>
              <a:buClr>
                <a:srgbClr val="000000"/>
              </a:buClr>
              <a:buSzPts val="3036"/>
              <a:buFont typeface="Arial"/>
              <a:buNone/>
            </a:pPr>
            <a:r>
              <a:rPr b="0" i="0" lang="en-US" sz="3036" u="none" cap="none" strike="noStrike">
                <a:solidFill>
                  <a:schemeClr val="dk1"/>
                </a:solidFill>
                <a:latin typeface="Arial"/>
                <a:ea typeface="Arial"/>
                <a:cs typeface="Arial"/>
                <a:sym typeface="Arial"/>
              </a:rPr>
              <a:t>    # This will raise a ZeroDivisionError exception if num2 is zero  result = num1 / num2</a:t>
            </a:r>
            <a:endParaRPr b="0" i="0" sz="1288" u="none" cap="none" strike="noStrike">
              <a:solidFill>
                <a:srgbClr val="000000"/>
              </a:solidFill>
              <a:latin typeface="Arial"/>
              <a:ea typeface="Arial"/>
              <a:cs typeface="Arial"/>
              <a:sym typeface="Arial"/>
            </a:endParaRPr>
          </a:p>
          <a:p>
            <a:pPr indent="0" lvl="0" marL="389695" marR="0" rtl="0" algn="l">
              <a:lnSpc>
                <a:spcPct val="100000"/>
              </a:lnSpc>
              <a:spcBef>
                <a:spcPts val="566"/>
              </a:spcBef>
              <a:spcAft>
                <a:spcPts val="0"/>
              </a:spcAft>
              <a:buClr>
                <a:srgbClr val="000000"/>
              </a:buClr>
              <a:buSzPts val="3036"/>
              <a:buFont typeface="Arial"/>
              <a:buNone/>
            </a:pPr>
            <a:r>
              <a:rPr b="0" i="0" lang="en-US" sz="3036" u="none" cap="none" strike="noStrike">
                <a:solidFill>
                  <a:schemeClr val="dk1"/>
                </a:solidFill>
                <a:latin typeface="Arial"/>
                <a:ea typeface="Arial"/>
                <a:cs typeface="Arial"/>
                <a:sym typeface="Arial"/>
              </a:rPr>
              <a:t>print("Result is:", result)</a:t>
            </a:r>
            <a:endParaRPr b="0" i="0" sz="1288" u="none" cap="none" strike="noStrike">
              <a:solidFill>
                <a:srgbClr val="000000"/>
              </a:solidFill>
              <a:latin typeface="Arial"/>
              <a:ea typeface="Arial"/>
              <a:cs typeface="Arial"/>
              <a:sym typeface="Arial"/>
            </a:endParaRPr>
          </a:p>
          <a:p>
            <a:pPr indent="0" lvl="0" marL="0" marR="0" rtl="0" algn="l">
              <a:lnSpc>
                <a:spcPct val="100000"/>
              </a:lnSpc>
              <a:spcBef>
                <a:spcPts val="23"/>
              </a:spcBef>
              <a:spcAft>
                <a:spcPts val="0"/>
              </a:spcAft>
              <a:buClr>
                <a:srgbClr val="000000"/>
              </a:buClr>
              <a:buSzPts val="3910"/>
              <a:buFont typeface="Arial"/>
              <a:buNone/>
            </a:pPr>
            <a:r>
              <a:t/>
            </a:r>
            <a:endParaRPr b="0" i="0" sz="3910" u="none" cap="none" strike="noStrike">
              <a:solidFill>
                <a:schemeClr val="dk1"/>
              </a:solidFill>
              <a:latin typeface="Arial"/>
              <a:ea typeface="Arial"/>
              <a:cs typeface="Arial"/>
              <a:sym typeface="Arial"/>
            </a:endParaRPr>
          </a:p>
          <a:p>
            <a:pPr indent="0" lvl="0" marL="11685" marR="0" rtl="0" algn="l">
              <a:lnSpc>
                <a:spcPct val="100000"/>
              </a:lnSpc>
              <a:spcBef>
                <a:spcPts val="0"/>
              </a:spcBef>
              <a:spcAft>
                <a:spcPts val="0"/>
              </a:spcAft>
              <a:buClr>
                <a:srgbClr val="000000"/>
              </a:buClr>
              <a:buSzPts val="3036"/>
              <a:buFont typeface="Arial"/>
              <a:buNone/>
            </a:pPr>
            <a:r>
              <a:rPr b="0" i="0" lang="en-US" sz="3036" u="none" cap="none" strike="noStrike">
                <a:solidFill>
                  <a:schemeClr val="dk1"/>
                </a:solidFill>
                <a:latin typeface="Arial"/>
                <a:ea typeface="Arial"/>
                <a:cs typeface="Arial"/>
                <a:sym typeface="Arial"/>
              </a:rPr>
              <a:t>except </a:t>
            </a:r>
            <a:r>
              <a:rPr b="1" i="0" lang="en-US" sz="3036" u="none" cap="none" strike="noStrike">
                <a:solidFill>
                  <a:schemeClr val="dk1"/>
                </a:solidFill>
                <a:latin typeface="Arial"/>
                <a:ea typeface="Arial"/>
                <a:cs typeface="Arial"/>
                <a:sym typeface="Arial"/>
              </a:rPr>
              <a:t>ZeroDivisionError</a:t>
            </a:r>
            <a:r>
              <a:rPr b="0" i="0" lang="en-US" sz="3036" u="none" cap="none" strike="noStrike">
                <a:solidFill>
                  <a:schemeClr val="dk1"/>
                </a:solidFill>
                <a:latin typeface="Arial"/>
                <a:ea typeface="Arial"/>
                <a:cs typeface="Arial"/>
                <a:sym typeface="Arial"/>
              </a:rPr>
              <a:t>:</a:t>
            </a:r>
            <a:endParaRPr b="0" i="0" sz="1288" u="none" cap="none" strike="noStrike">
              <a:solidFill>
                <a:srgbClr val="000000"/>
              </a:solidFill>
              <a:latin typeface="Arial"/>
              <a:ea typeface="Arial"/>
              <a:cs typeface="Arial"/>
              <a:sym typeface="Arial"/>
            </a:endParaRPr>
          </a:p>
          <a:p>
            <a:pPr indent="0" lvl="0" marL="389695" marR="4124245" rtl="0" algn="l">
              <a:lnSpc>
                <a:spcPct val="115500"/>
              </a:lnSpc>
              <a:spcBef>
                <a:spcPts val="0"/>
              </a:spcBef>
              <a:spcAft>
                <a:spcPts val="0"/>
              </a:spcAft>
              <a:buClr>
                <a:srgbClr val="000000"/>
              </a:buClr>
              <a:buSzPts val="3036"/>
              <a:buFont typeface="Arial"/>
              <a:buNone/>
            </a:pPr>
            <a:r>
              <a:rPr b="0" i="0" lang="en-US" sz="3036" u="none" cap="none" strike="noStrike">
                <a:solidFill>
                  <a:schemeClr val="dk1"/>
                </a:solidFill>
                <a:latin typeface="Arial"/>
                <a:ea typeface="Arial"/>
                <a:cs typeface="Arial"/>
                <a:sym typeface="Arial"/>
              </a:rPr>
              <a:t># handle the ZeroDivisionError exception  print("Error: Cannot divide by zero.")</a:t>
            </a:r>
            <a:endParaRPr b="0" i="0" sz="1288" u="none" cap="none" strike="noStrike">
              <a:solidFill>
                <a:srgbClr val="000000"/>
              </a:solidFill>
              <a:latin typeface="Arial"/>
              <a:ea typeface="Arial"/>
              <a:cs typeface="Arial"/>
              <a:sym typeface="Arial"/>
            </a:endParaRPr>
          </a:p>
          <a:p>
            <a:pPr indent="0" lvl="0" marL="0" marR="0" rtl="0" algn="l">
              <a:lnSpc>
                <a:spcPct val="100000"/>
              </a:lnSpc>
              <a:spcBef>
                <a:spcPts val="23"/>
              </a:spcBef>
              <a:spcAft>
                <a:spcPts val="0"/>
              </a:spcAft>
              <a:buClr>
                <a:srgbClr val="000000"/>
              </a:buClr>
              <a:buSzPts val="3910"/>
              <a:buFont typeface="Arial"/>
              <a:buNone/>
            </a:pPr>
            <a:r>
              <a:t/>
            </a:r>
            <a:endParaRPr b="0" i="0" sz="3910" u="none" cap="none" strike="noStrike">
              <a:solidFill>
                <a:schemeClr val="dk1"/>
              </a:solidFill>
              <a:latin typeface="Arial"/>
              <a:ea typeface="Arial"/>
              <a:cs typeface="Arial"/>
              <a:sym typeface="Arial"/>
            </a:endParaRPr>
          </a:p>
          <a:p>
            <a:pPr indent="0" lvl="0" marL="11685" marR="0" rtl="0" algn="l">
              <a:lnSpc>
                <a:spcPct val="100000"/>
              </a:lnSpc>
              <a:spcBef>
                <a:spcPts val="0"/>
              </a:spcBef>
              <a:spcAft>
                <a:spcPts val="0"/>
              </a:spcAft>
              <a:buClr>
                <a:srgbClr val="000000"/>
              </a:buClr>
              <a:buSzPts val="3036"/>
              <a:buFont typeface="Arial"/>
              <a:buNone/>
            </a:pPr>
            <a:r>
              <a:rPr b="0" i="0" lang="en-US" sz="3036" u="none" cap="none" strike="noStrike">
                <a:solidFill>
                  <a:schemeClr val="dk1"/>
                </a:solidFill>
                <a:latin typeface="Arial"/>
                <a:ea typeface="Arial"/>
                <a:cs typeface="Arial"/>
                <a:sym typeface="Arial"/>
              </a:rPr>
              <a:t>except </a:t>
            </a:r>
            <a:r>
              <a:rPr b="1" i="0" lang="en-US" sz="3036" u="none" cap="none" strike="noStrike">
                <a:solidFill>
                  <a:schemeClr val="dk1"/>
                </a:solidFill>
                <a:latin typeface="Arial"/>
                <a:ea typeface="Arial"/>
                <a:cs typeface="Arial"/>
                <a:sym typeface="Arial"/>
              </a:rPr>
              <a:t>ValueError</a:t>
            </a:r>
            <a:r>
              <a:rPr b="0" i="0" lang="en-US" sz="3036" u="none" cap="none" strike="noStrike">
                <a:solidFill>
                  <a:schemeClr val="dk1"/>
                </a:solidFill>
                <a:latin typeface="Arial"/>
                <a:ea typeface="Arial"/>
                <a:cs typeface="Arial"/>
                <a:sym typeface="Arial"/>
              </a:rPr>
              <a:t>:</a:t>
            </a:r>
            <a:endParaRPr b="0" i="0" sz="1288" u="none" cap="none" strike="noStrike">
              <a:solidFill>
                <a:srgbClr val="000000"/>
              </a:solidFill>
              <a:latin typeface="Arial"/>
              <a:ea typeface="Arial"/>
              <a:cs typeface="Arial"/>
              <a:sym typeface="Arial"/>
            </a:endParaRPr>
          </a:p>
          <a:p>
            <a:pPr indent="0" lvl="0" marL="389695" marR="4673" rtl="0" algn="l">
              <a:lnSpc>
                <a:spcPct val="115500"/>
              </a:lnSpc>
              <a:spcBef>
                <a:spcPts val="0"/>
              </a:spcBef>
              <a:spcAft>
                <a:spcPts val="0"/>
              </a:spcAft>
              <a:buClr>
                <a:srgbClr val="000000"/>
              </a:buClr>
              <a:buSzPts val="3036"/>
              <a:buFont typeface="Arial"/>
              <a:buNone/>
            </a:pPr>
            <a:r>
              <a:rPr b="0" i="0" lang="en-US" sz="3036" u="none" cap="none" strike="noStrike">
                <a:solidFill>
                  <a:schemeClr val="dk1"/>
                </a:solidFill>
                <a:latin typeface="Arial"/>
                <a:ea typeface="Arial"/>
                <a:cs typeface="Arial"/>
                <a:sym typeface="Arial"/>
              </a:rPr>
              <a:t># handle the ValueError exception if user input is not an integer  print("Error: Please enter valid integers.")</a:t>
            </a:r>
            <a:endParaRPr b="0" i="0" sz="1288"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showMasterSp="0">
  <p:cSld>
    <p:spTree>
      <p:nvGrpSpPr>
        <p:cNvPr id="95" name="Shape 95"/>
        <p:cNvGrpSpPr/>
        <p:nvPr/>
      </p:nvGrpSpPr>
      <p:grpSpPr>
        <a:xfrm>
          <a:off x="0" y="0"/>
          <a:ext cx="0" cy="0"/>
          <a:chOff x="0" y="0"/>
          <a:chExt cx="0" cy="0"/>
        </a:xfrm>
      </p:grpSpPr>
      <p:sp>
        <p:nvSpPr>
          <p:cNvPr id="96" name="Google Shape;96;p9"/>
          <p:cNvSpPr txBox="1"/>
          <p:nvPr>
            <p:ph idx="4294967295" type="title"/>
          </p:nvPr>
        </p:nvSpPr>
        <p:spPr>
          <a:xfrm>
            <a:off x="1027608" y="994440"/>
            <a:ext cx="13679100" cy="813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5200">
                <a:latin typeface="Arial"/>
                <a:ea typeface="Arial"/>
                <a:cs typeface="Arial"/>
                <a:sym typeface="Arial"/>
              </a:rPr>
              <a:t>Propagation of Raised Exceptions</a:t>
            </a:r>
            <a:endParaRPr/>
          </a:p>
        </p:txBody>
      </p:sp>
      <p:pic>
        <p:nvPicPr>
          <p:cNvPr id="97" name="Google Shape;97;p9"/>
          <p:cNvPicPr preferRelativeResize="0"/>
          <p:nvPr/>
        </p:nvPicPr>
        <p:blipFill rotWithShape="1">
          <a:blip r:embed="rId3">
            <a:alphaModFix/>
          </a:blip>
          <a:srcRect b="0" l="0" r="0" t="0"/>
          <a:stretch/>
        </p:blipFill>
        <p:spPr>
          <a:xfrm>
            <a:off x="1314449" y="2257508"/>
            <a:ext cx="123825" cy="123824"/>
          </a:xfrm>
          <a:prstGeom prst="rect">
            <a:avLst/>
          </a:prstGeom>
          <a:noFill/>
          <a:ln>
            <a:noFill/>
          </a:ln>
        </p:spPr>
      </p:pic>
      <p:sp>
        <p:nvSpPr>
          <p:cNvPr id="98" name="Google Shape;98;p9"/>
          <p:cNvSpPr txBox="1"/>
          <p:nvPr/>
        </p:nvSpPr>
        <p:spPr>
          <a:xfrm>
            <a:off x="1620390" y="2001596"/>
            <a:ext cx="14723700" cy="4006500"/>
          </a:xfrm>
          <a:prstGeom prst="rect">
            <a:avLst/>
          </a:prstGeom>
          <a:noFill/>
          <a:ln>
            <a:noFill/>
          </a:ln>
        </p:spPr>
        <p:txBody>
          <a:bodyPr anchorCtr="0" anchor="t" bIns="0" lIns="0" spcFirstLastPara="1" rIns="0" wrap="square" tIns="12700">
            <a:spAutoFit/>
          </a:bodyPr>
          <a:lstStyle/>
          <a:p>
            <a:pPr indent="0" lvl="0" marL="12700" marR="226059" rtl="0" algn="l">
              <a:lnSpc>
                <a:spcPct val="1161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When an exception is raised, the program looks for an exception handler to handle it.  If no handler is found, the program searches for an exception handler in the calling  functions or methods.</a:t>
            </a:r>
            <a:endParaRPr b="0" i="0" sz="1400" u="none" cap="none" strike="noStrike">
              <a:solidFill>
                <a:srgbClr val="000000"/>
              </a:solidFill>
              <a:latin typeface="Arial"/>
              <a:ea typeface="Arial"/>
              <a:cs typeface="Arial"/>
              <a:sym typeface="Arial"/>
            </a:endParaRPr>
          </a:p>
          <a:p>
            <a:pPr indent="0" lvl="0" marL="12700" marR="5080" rtl="0" algn="l">
              <a:lnSpc>
                <a:spcPct val="1161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This process is called "propagation of exceptions" and continues until the exception is  handled or reaches the top-level of the program.</a:t>
            </a:r>
            <a:endParaRPr b="0" i="0" sz="1400" u="none" cap="none" strike="noStrike">
              <a:solidFill>
                <a:srgbClr val="000000"/>
              </a:solidFill>
              <a:latin typeface="Arial"/>
              <a:ea typeface="Arial"/>
              <a:cs typeface="Arial"/>
              <a:sym typeface="Arial"/>
            </a:endParaRPr>
          </a:p>
          <a:p>
            <a:pPr indent="0" lvl="0" marL="12700" marR="18415" rtl="0" algn="l">
              <a:lnSpc>
                <a:spcPct val="1161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Multiple exceptions may be propagated simultaneously, and the handler must be able  to handle all of them.</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535"/>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Proper exception handling is important for program stability and debugging.</a:t>
            </a:r>
            <a:endParaRPr b="0" i="0" sz="1400" u="none" cap="none" strike="noStrike">
              <a:solidFill>
                <a:srgbClr val="000000"/>
              </a:solidFill>
              <a:latin typeface="Arial"/>
              <a:ea typeface="Arial"/>
              <a:cs typeface="Arial"/>
              <a:sym typeface="Arial"/>
            </a:endParaRPr>
          </a:p>
        </p:txBody>
      </p:sp>
      <p:pic>
        <p:nvPicPr>
          <p:cNvPr id="99" name="Google Shape;99;p9"/>
          <p:cNvPicPr preferRelativeResize="0"/>
          <p:nvPr/>
        </p:nvPicPr>
        <p:blipFill rotWithShape="1">
          <a:blip r:embed="rId3">
            <a:alphaModFix/>
          </a:blip>
          <a:srcRect b="0" l="0" r="0" t="0"/>
          <a:stretch/>
        </p:blipFill>
        <p:spPr>
          <a:xfrm>
            <a:off x="1314449" y="3743408"/>
            <a:ext cx="123825" cy="123824"/>
          </a:xfrm>
          <a:prstGeom prst="rect">
            <a:avLst/>
          </a:prstGeom>
          <a:noFill/>
          <a:ln>
            <a:noFill/>
          </a:ln>
        </p:spPr>
      </p:pic>
      <p:pic>
        <p:nvPicPr>
          <p:cNvPr id="100" name="Google Shape;100;p9"/>
          <p:cNvPicPr preferRelativeResize="0"/>
          <p:nvPr/>
        </p:nvPicPr>
        <p:blipFill rotWithShape="1">
          <a:blip r:embed="rId4">
            <a:alphaModFix/>
          </a:blip>
          <a:srcRect b="0" l="0" r="0" t="0"/>
          <a:stretch/>
        </p:blipFill>
        <p:spPr>
          <a:xfrm>
            <a:off x="1314449" y="4734008"/>
            <a:ext cx="123825" cy="123824"/>
          </a:xfrm>
          <a:prstGeom prst="rect">
            <a:avLst/>
          </a:prstGeom>
          <a:noFill/>
          <a:ln>
            <a:noFill/>
          </a:ln>
        </p:spPr>
      </p:pic>
      <p:pic>
        <p:nvPicPr>
          <p:cNvPr id="101" name="Google Shape;101;p9"/>
          <p:cNvPicPr preferRelativeResize="0"/>
          <p:nvPr/>
        </p:nvPicPr>
        <p:blipFill rotWithShape="1">
          <a:blip r:embed="rId5">
            <a:alphaModFix/>
          </a:blip>
          <a:srcRect b="0" l="0" r="0" t="0"/>
          <a:stretch/>
        </p:blipFill>
        <p:spPr>
          <a:xfrm>
            <a:off x="1314449" y="5724607"/>
            <a:ext cx="123825" cy="123824"/>
          </a:xfrm>
          <a:prstGeom prst="rect">
            <a:avLst/>
          </a:prstGeom>
          <a:noFill/>
          <a:ln>
            <a:noFill/>
          </a:ln>
        </p:spPr>
      </p:pic>
      <p:pic>
        <p:nvPicPr>
          <p:cNvPr id="102" name="Google Shape;102;p9"/>
          <p:cNvPicPr preferRelativeResize="0"/>
          <p:nvPr/>
        </p:nvPicPr>
        <p:blipFill rotWithShape="1">
          <a:blip r:embed="rId6">
            <a:alphaModFix/>
          </a:blip>
          <a:srcRect b="0" l="0" r="0" t="0"/>
          <a:stretch/>
        </p:blipFill>
        <p:spPr>
          <a:xfrm>
            <a:off x="3239896" y="6755847"/>
            <a:ext cx="11810999" cy="24479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showMasterSp="0">
  <p:cSld>
    <p:spTree>
      <p:nvGrpSpPr>
        <p:cNvPr id="106" name="Shape 106"/>
        <p:cNvGrpSpPr/>
        <p:nvPr/>
      </p:nvGrpSpPr>
      <p:grpSpPr>
        <a:xfrm>
          <a:off x="0" y="0"/>
          <a:ext cx="0" cy="0"/>
          <a:chOff x="0" y="0"/>
          <a:chExt cx="0" cy="0"/>
        </a:xfrm>
      </p:grpSpPr>
      <p:sp>
        <p:nvSpPr>
          <p:cNvPr id="107" name="Google Shape;107;p10"/>
          <p:cNvSpPr txBox="1"/>
          <p:nvPr/>
        </p:nvSpPr>
        <p:spPr>
          <a:xfrm>
            <a:off x="329600" y="1263975"/>
            <a:ext cx="10172400" cy="7859400"/>
          </a:xfrm>
          <a:prstGeom prst="rect">
            <a:avLst/>
          </a:prstGeom>
          <a:noFill/>
          <a:ln>
            <a:noFill/>
          </a:ln>
        </p:spPr>
        <p:txBody>
          <a:bodyPr anchorCtr="0" anchor="t" bIns="0" lIns="0" spcFirstLastPara="1" rIns="0" wrap="square" tIns="12700">
            <a:spAutoFit/>
          </a:bodyPr>
          <a:lstStyle/>
          <a:p>
            <a:pPr indent="-316865" lvl="0" marL="328930" marR="1744979" rtl="0" algn="l">
              <a:lnSpc>
                <a:spcPct val="115599"/>
              </a:lnSpc>
              <a:spcBef>
                <a:spcPts val="0"/>
              </a:spcBef>
              <a:spcAft>
                <a:spcPts val="0"/>
              </a:spcAft>
              <a:buClr>
                <a:srgbClr val="000000"/>
              </a:buClr>
              <a:buSzPts val="2650"/>
              <a:buFont typeface="Arial"/>
              <a:buNone/>
            </a:pPr>
            <a:r>
              <a:rPr b="1" i="0" lang="en-US" sz="2650" u="none" cap="none" strike="noStrike">
                <a:solidFill>
                  <a:schemeClr val="dk1"/>
                </a:solidFill>
                <a:latin typeface="Arial"/>
                <a:ea typeface="Arial"/>
                <a:cs typeface="Arial"/>
                <a:sym typeface="Arial"/>
              </a:rPr>
              <a:t>def function_c():  </a:t>
            </a:r>
            <a:endParaRPr b="1" i="0" sz="2650" u="none" cap="none" strike="noStrike">
              <a:solidFill>
                <a:schemeClr val="dk1"/>
              </a:solidFill>
              <a:latin typeface="Arial"/>
              <a:ea typeface="Arial"/>
              <a:cs typeface="Arial"/>
              <a:sym typeface="Arial"/>
            </a:endParaRPr>
          </a:p>
          <a:p>
            <a:pPr indent="-316865" lvl="0" marL="786130" marR="1744979" rtl="0" algn="l">
              <a:lnSpc>
                <a:spcPct val="115599"/>
              </a:lnSpc>
              <a:spcBef>
                <a:spcPts val="0"/>
              </a:spcBef>
              <a:spcAft>
                <a:spcPts val="0"/>
              </a:spcAft>
              <a:buClr>
                <a:srgbClr val="000000"/>
              </a:buClr>
              <a:buSzPts val="2650"/>
              <a:buFont typeface="Arial"/>
              <a:buNone/>
            </a:pPr>
            <a:r>
              <a:rPr b="1" i="0" lang="en-US" sz="2650" u="none" cap="none" strike="noStrike">
                <a:solidFill>
                  <a:schemeClr val="dk1"/>
                </a:solidFill>
                <a:latin typeface="Arial"/>
                <a:ea typeface="Arial"/>
                <a:cs typeface="Arial"/>
                <a:sym typeface="Arial"/>
              </a:rPr>
              <a:t>print("Starting function_c")</a:t>
            </a:r>
            <a:endParaRPr b="0" i="0" sz="2650" u="none" cap="none" strike="noStrike">
              <a:solidFill>
                <a:schemeClr val="dk1"/>
              </a:solidFill>
              <a:latin typeface="Arial"/>
              <a:ea typeface="Arial"/>
              <a:cs typeface="Arial"/>
              <a:sym typeface="Arial"/>
            </a:endParaRPr>
          </a:p>
          <a:p>
            <a:pPr indent="316230" lvl="0" marL="12700" marR="5080" rtl="0" algn="l">
              <a:lnSpc>
                <a:spcPct val="138830"/>
              </a:lnSpc>
              <a:spcBef>
                <a:spcPts val="200"/>
              </a:spcBef>
              <a:spcAft>
                <a:spcPts val="0"/>
              </a:spcAft>
              <a:buClr>
                <a:srgbClr val="000000"/>
              </a:buClr>
              <a:buSzPts val="2650"/>
              <a:buFont typeface="Arial"/>
              <a:buNone/>
            </a:pPr>
            <a:r>
              <a:rPr b="1" i="0" lang="en-US" sz="2650" u="none" cap="none" strike="noStrike">
                <a:solidFill>
                  <a:schemeClr val="dk1"/>
                </a:solidFill>
                <a:latin typeface="Arial"/>
                <a:ea typeface="Arial"/>
                <a:cs typeface="Arial"/>
                <a:sym typeface="Arial"/>
              </a:rPr>
              <a:t> raise ValueError("An error occurred in  function_c")</a:t>
            </a:r>
            <a:endParaRPr b="0" i="0" sz="2650" u="none" cap="none" strike="noStrike">
              <a:solidFill>
                <a:schemeClr val="dk1"/>
              </a:solidFill>
              <a:latin typeface="Arial"/>
              <a:ea typeface="Arial"/>
              <a:cs typeface="Arial"/>
              <a:sym typeface="Arial"/>
            </a:endParaRPr>
          </a:p>
          <a:p>
            <a:pPr indent="0" lvl="0" marL="0" marR="0" rtl="0" algn="l">
              <a:lnSpc>
                <a:spcPct val="100000"/>
              </a:lnSpc>
              <a:spcBef>
                <a:spcPts val="20"/>
              </a:spcBef>
              <a:spcAft>
                <a:spcPts val="0"/>
              </a:spcAft>
              <a:buClr>
                <a:srgbClr val="000000"/>
              </a:buClr>
              <a:buSzPts val="2850"/>
              <a:buFont typeface="Arial"/>
              <a:buNone/>
            </a:pPr>
            <a:r>
              <a:t/>
            </a:r>
            <a:endParaRPr b="0" i="0" sz="2850" u="none" cap="none" strike="noStrike">
              <a:solidFill>
                <a:schemeClr val="dk1"/>
              </a:solidFill>
              <a:latin typeface="Arial"/>
              <a:ea typeface="Arial"/>
              <a:cs typeface="Arial"/>
              <a:sym typeface="Arial"/>
            </a:endParaRPr>
          </a:p>
          <a:p>
            <a:pPr indent="-316865" lvl="0" marL="328930" marR="1714500" rtl="0" algn="l">
              <a:lnSpc>
                <a:spcPct val="115599"/>
              </a:lnSpc>
              <a:spcBef>
                <a:spcPts val="0"/>
              </a:spcBef>
              <a:spcAft>
                <a:spcPts val="0"/>
              </a:spcAft>
              <a:buClr>
                <a:srgbClr val="000000"/>
              </a:buClr>
              <a:buSzPts val="2650"/>
              <a:buFont typeface="Arial"/>
              <a:buNone/>
            </a:pPr>
            <a:r>
              <a:rPr b="1" i="0" lang="en-US" sz="2650" u="none" cap="none" strike="noStrike">
                <a:solidFill>
                  <a:schemeClr val="dk1"/>
                </a:solidFill>
                <a:latin typeface="Arial"/>
                <a:ea typeface="Arial"/>
                <a:cs typeface="Arial"/>
                <a:sym typeface="Arial"/>
              </a:rPr>
              <a:t>def function_b():  </a:t>
            </a:r>
            <a:endParaRPr b="1" i="0" sz="2650" u="none" cap="none" strike="noStrike">
              <a:solidFill>
                <a:schemeClr val="dk1"/>
              </a:solidFill>
              <a:latin typeface="Arial"/>
              <a:ea typeface="Arial"/>
              <a:cs typeface="Arial"/>
              <a:sym typeface="Arial"/>
            </a:endParaRPr>
          </a:p>
          <a:p>
            <a:pPr indent="-316865" lvl="0" marL="328930" marR="1714500" rtl="0" algn="l">
              <a:lnSpc>
                <a:spcPct val="115599"/>
              </a:lnSpc>
              <a:spcBef>
                <a:spcPts val="0"/>
              </a:spcBef>
              <a:spcAft>
                <a:spcPts val="0"/>
              </a:spcAft>
              <a:buClr>
                <a:srgbClr val="000000"/>
              </a:buClr>
              <a:buSzPts val="2650"/>
              <a:buFont typeface="Arial"/>
              <a:buNone/>
            </a:pPr>
            <a:r>
              <a:rPr b="1" i="0" lang="en-US" sz="2650" u="none" cap="none" strike="noStrike">
                <a:solidFill>
                  <a:schemeClr val="dk1"/>
                </a:solidFill>
                <a:latin typeface="Arial"/>
                <a:ea typeface="Arial"/>
                <a:cs typeface="Arial"/>
                <a:sym typeface="Arial"/>
              </a:rPr>
              <a:t>    print("Starting function_b")  </a:t>
            </a:r>
            <a:endParaRPr b="1" i="0" sz="2650" u="none" cap="none" strike="noStrike">
              <a:solidFill>
                <a:schemeClr val="dk1"/>
              </a:solidFill>
              <a:latin typeface="Arial"/>
              <a:ea typeface="Arial"/>
              <a:cs typeface="Arial"/>
              <a:sym typeface="Arial"/>
            </a:endParaRPr>
          </a:p>
          <a:p>
            <a:pPr indent="-316865" lvl="0" marL="328930" marR="1714500" rtl="0" algn="l">
              <a:lnSpc>
                <a:spcPct val="115599"/>
              </a:lnSpc>
              <a:spcBef>
                <a:spcPts val="0"/>
              </a:spcBef>
              <a:spcAft>
                <a:spcPts val="0"/>
              </a:spcAft>
              <a:buClr>
                <a:srgbClr val="000000"/>
              </a:buClr>
              <a:buSzPts val="2650"/>
              <a:buFont typeface="Arial"/>
              <a:buNone/>
            </a:pPr>
            <a:r>
              <a:rPr b="1" i="0" lang="en-US" sz="2650" u="none" cap="none" strike="noStrike">
                <a:solidFill>
                  <a:schemeClr val="dk1"/>
                </a:solidFill>
                <a:latin typeface="Arial"/>
                <a:ea typeface="Arial"/>
                <a:cs typeface="Arial"/>
                <a:sym typeface="Arial"/>
              </a:rPr>
              <a:t>    function_c()</a:t>
            </a:r>
            <a:endParaRPr b="0" i="0" sz="2650" u="none" cap="none" strike="noStrike">
              <a:solidFill>
                <a:schemeClr val="dk1"/>
              </a:solidFill>
              <a:latin typeface="Arial"/>
              <a:ea typeface="Arial"/>
              <a:cs typeface="Arial"/>
              <a:sym typeface="Arial"/>
            </a:endParaRPr>
          </a:p>
          <a:p>
            <a:pPr indent="0" lvl="0" marL="328930" marR="0" rtl="0" algn="l">
              <a:lnSpc>
                <a:spcPct val="100000"/>
              </a:lnSpc>
              <a:spcBef>
                <a:spcPts val="495"/>
              </a:spcBef>
              <a:spcAft>
                <a:spcPts val="0"/>
              </a:spcAft>
              <a:buClr>
                <a:srgbClr val="000000"/>
              </a:buClr>
              <a:buSzPts val="2650"/>
              <a:buFont typeface="Arial"/>
              <a:buNone/>
            </a:pPr>
            <a:r>
              <a:rPr b="1" i="0" lang="en-US" sz="2650" u="none" cap="none" strike="noStrike">
                <a:solidFill>
                  <a:schemeClr val="dk1"/>
                </a:solidFill>
                <a:latin typeface="Arial"/>
                <a:ea typeface="Arial"/>
                <a:cs typeface="Arial"/>
                <a:sym typeface="Arial"/>
              </a:rPr>
              <a:t>print("Finished function_b")</a:t>
            </a:r>
            <a:endParaRPr b="0" i="0" sz="2650" u="none" cap="none" strike="noStrike">
              <a:solidFill>
                <a:schemeClr val="dk1"/>
              </a:solidFill>
              <a:latin typeface="Arial"/>
              <a:ea typeface="Arial"/>
              <a:cs typeface="Arial"/>
              <a:sym typeface="Arial"/>
            </a:endParaRPr>
          </a:p>
          <a:p>
            <a:pPr indent="0" lvl="0" marL="0" marR="0" rtl="0" algn="l">
              <a:lnSpc>
                <a:spcPct val="100000"/>
              </a:lnSpc>
              <a:spcBef>
                <a:spcPts val="55"/>
              </a:spcBef>
              <a:spcAft>
                <a:spcPts val="0"/>
              </a:spcAft>
              <a:buClr>
                <a:srgbClr val="000000"/>
              </a:buClr>
              <a:buSzPts val="3000"/>
              <a:buFont typeface="Arial"/>
              <a:buNone/>
            </a:pPr>
            <a:r>
              <a:t/>
            </a:r>
            <a:endParaRPr b="0" i="0" sz="3000" u="none" cap="none" strike="noStrike">
              <a:solidFill>
                <a:schemeClr val="dk1"/>
              </a:solidFill>
              <a:latin typeface="Arial"/>
              <a:ea typeface="Arial"/>
              <a:cs typeface="Arial"/>
              <a:sym typeface="Arial"/>
            </a:endParaRPr>
          </a:p>
          <a:p>
            <a:pPr indent="-316865" lvl="0" marL="328930" marR="1740535" rtl="0" algn="l">
              <a:lnSpc>
                <a:spcPct val="115599"/>
              </a:lnSpc>
              <a:spcBef>
                <a:spcPts val="0"/>
              </a:spcBef>
              <a:spcAft>
                <a:spcPts val="0"/>
              </a:spcAft>
              <a:buClr>
                <a:srgbClr val="000000"/>
              </a:buClr>
              <a:buSzPts val="2650"/>
              <a:buFont typeface="Arial"/>
              <a:buNone/>
            </a:pPr>
            <a:r>
              <a:rPr b="1" i="0" lang="en-US" sz="2650" u="none" cap="none" strike="noStrike">
                <a:solidFill>
                  <a:schemeClr val="dk1"/>
                </a:solidFill>
                <a:latin typeface="Arial"/>
                <a:ea typeface="Arial"/>
                <a:cs typeface="Arial"/>
                <a:sym typeface="Arial"/>
              </a:rPr>
              <a:t>def function_a():  </a:t>
            </a:r>
            <a:endParaRPr b="1" i="0" sz="2650" u="none" cap="none" strike="noStrike">
              <a:solidFill>
                <a:schemeClr val="dk1"/>
              </a:solidFill>
              <a:latin typeface="Arial"/>
              <a:ea typeface="Arial"/>
              <a:cs typeface="Arial"/>
              <a:sym typeface="Arial"/>
            </a:endParaRPr>
          </a:p>
          <a:p>
            <a:pPr indent="-316865" lvl="0" marL="786130" marR="1740535" rtl="0" algn="l">
              <a:lnSpc>
                <a:spcPct val="115599"/>
              </a:lnSpc>
              <a:spcBef>
                <a:spcPts val="0"/>
              </a:spcBef>
              <a:spcAft>
                <a:spcPts val="0"/>
              </a:spcAft>
              <a:buClr>
                <a:srgbClr val="000000"/>
              </a:buClr>
              <a:buSzPts val="2650"/>
              <a:buFont typeface="Arial"/>
              <a:buNone/>
            </a:pPr>
            <a:r>
              <a:rPr b="1" i="0" lang="en-US" sz="2650" u="none" cap="none" strike="noStrike">
                <a:solidFill>
                  <a:schemeClr val="dk1"/>
                </a:solidFill>
                <a:latin typeface="Arial"/>
                <a:ea typeface="Arial"/>
                <a:cs typeface="Arial"/>
                <a:sym typeface="Arial"/>
              </a:rPr>
              <a:t>print("Starting function_a")  </a:t>
            </a:r>
            <a:endParaRPr b="1" i="0" sz="2650" u="none" cap="none" strike="noStrike">
              <a:solidFill>
                <a:schemeClr val="dk1"/>
              </a:solidFill>
              <a:latin typeface="Arial"/>
              <a:ea typeface="Arial"/>
              <a:cs typeface="Arial"/>
              <a:sym typeface="Arial"/>
            </a:endParaRPr>
          </a:p>
          <a:p>
            <a:pPr indent="-316865" lvl="0" marL="786130" marR="1740535" rtl="0" algn="l">
              <a:lnSpc>
                <a:spcPct val="115599"/>
              </a:lnSpc>
              <a:spcBef>
                <a:spcPts val="0"/>
              </a:spcBef>
              <a:spcAft>
                <a:spcPts val="0"/>
              </a:spcAft>
              <a:buClr>
                <a:srgbClr val="000000"/>
              </a:buClr>
              <a:buSzPts val="2650"/>
              <a:buFont typeface="Arial"/>
              <a:buNone/>
            </a:pPr>
            <a:r>
              <a:rPr b="1" i="0" lang="en-US" sz="2650" u="none" cap="none" strike="noStrike">
                <a:solidFill>
                  <a:schemeClr val="dk1"/>
                </a:solidFill>
                <a:latin typeface="Arial"/>
                <a:ea typeface="Arial"/>
                <a:cs typeface="Arial"/>
                <a:sym typeface="Arial"/>
              </a:rPr>
              <a:t>try:</a:t>
            </a:r>
            <a:endParaRPr b="0" i="0" sz="2650" u="none" cap="none" strike="noStrike">
              <a:solidFill>
                <a:schemeClr val="dk1"/>
              </a:solidFill>
              <a:latin typeface="Arial"/>
              <a:ea typeface="Arial"/>
              <a:cs typeface="Arial"/>
              <a:sym typeface="Arial"/>
            </a:endParaRPr>
          </a:p>
          <a:p>
            <a:pPr indent="0" lvl="0" marL="645795" marR="0" rtl="0" algn="l">
              <a:lnSpc>
                <a:spcPct val="100000"/>
              </a:lnSpc>
              <a:spcBef>
                <a:spcPts val="495"/>
              </a:spcBef>
              <a:spcAft>
                <a:spcPts val="0"/>
              </a:spcAft>
              <a:buClr>
                <a:srgbClr val="000000"/>
              </a:buClr>
              <a:buSzPts val="2650"/>
              <a:buFont typeface="Arial"/>
              <a:buNone/>
            </a:pPr>
            <a:r>
              <a:rPr b="1" i="0" lang="en-US" sz="2650" u="none" cap="none" strike="noStrike">
                <a:solidFill>
                  <a:schemeClr val="dk1"/>
                </a:solidFill>
                <a:latin typeface="Arial"/>
                <a:ea typeface="Arial"/>
                <a:cs typeface="Arial"/>
                <a:sym typeface="Arial"/>
              </a:rPr>
              <a:t>function_b()</a:t>
            </a:r>
            <a:endParaRPr b="0" i="0" sz="2650" u="none" cap="none" strike="noStrike">
              <a:solidFill>
                <a:schemeClr val="dk1"/>
              </a:solidFill>
              <a:latin typeface="Arial"/>
              <a:ea typeface="Arial"/>
              <a:cs typeface="Arial"/>
              <a:sym typeface="Arial"/>
            </a:endParaRPr>
          </a:p>
          <a:p>
            <a:pPr indent="-316865" lvl="0" marL="645795" marR="916939" rtl="0" algn="l">
              <a:lnSpc>
                <a:spcPct val="138490"/>
              </a:lnSpc>
              <a:spcBef>
                <a:spcPts val="210"/>
              </a:spcBef>
              <a:spcAft>
                <a:spcPts val="0"/>
              </a:spcAft>
              <a:buClr>
                <a:srgbClr val="000000"/>
              </a:buClr>
              <a:buSzPts val="2650"/>
              <a:buFont typeface="Arial"/>
              <a:buNone/>
            </a:pPr>
            <a:r>
              <a:rPr b="1" i="0" lang="en-US" sz="2650" u="none" cap="none" strike="noStrike">
                <a:solidFill>
                  <a:schemeClr val="dk1"/>
                </a:solidFill>
                <a:latin typeface="Arial"/>
                <a:ea typeface="Arial"/>
                <a:cs typeface="Arial"/>
                <a:sym typeface="Arial"/>
              </a:rPr>
              <a:t>except ValueError as e:  </a:t>
            </a:r>
            <a:endParaRPr b="1" i="0" sz="2650" u="none" cap="none" strike="noStrike">
              <a:solidFill>
                <a:schemeClr val="dk1"/>
              </a:solidFill>
              <a:latin typeface="Arial"/>
              <a:ea typeface="Arial"/>
              <a:cs typeface="Arial"/>
              <a:sym typeface="Arial"/>
            </a:endParaRPr>
          </a:p>
          <a:p>
            <a:pPr indent="-316864" lvl="0" marL="1102995" marR="916939" rtl="0" algn="l">
              <a:lnSpc>
                <a:spcPct val="138490"/>
              </a:lnSpc>
              <a:spcBef>
                <a:spcPts val="210"/>
              </a:spcBef>
              <a:spcAft>
                <a:spcPts val="0"/>
              </a:spcAft>
              <a:buClr>
                <a:srgbClr val="000000"/>
              </a:buClr>
              <a:buSzPts val="2650"/>
              <a:buFont typeface="Arial"/>
              <a:buNone/>
            </a:pPr>
            <a:r>
              <a:rPr b="1" i="0" lang="en-US" sz="2650" u="none" cap="none" strike="noStrike">
                <a:solidFill>
                  <a:schemeClr val="dk1"/>
                </a:solidFill>
                <a:latin typeface="Arial"/>
                <a:ea typeface="Arial"/>
                <a:cs typeface="Arial"/>
                <a:sym typeface="Arial"/>
              </a:rPr>
              <a:t>print(f"Caught exception: {e}")</a:t>
            </a:r>
            <a:endParaRPr b="0" i="0" sz="2650" u="none" cap="none" strike="noStrike">
              <a:solidFill>
                <a:schemeClr val="dk1"/>
              </a:solidFill>
              <a:latin typeface="Arial"/>
              <a:ea typeface="Arial"/>
              <a:cs typeface="Arial"/>
              <a:sym typeface="Arial"/>
            </a:endParaRPr>
          </a:p>
          <a:p>
            <a:pPr indent="0" lvl="0" marL="328930" marR="0" rtl="0" algn="l">
              <a:lnSpc>
                <a:spcPct val="100000"/>
              </a:lnSpc>
              <a:spcBef>
                <a:spcPts val="295"/>
              </a:spcBef>
              <a:spcAft>
                <a:spcPts val="0"/>
              </a:spcAft>
              <a:buClr>
                <a:srgbClr val="000000"/>
              </a:buClr>
              <a:buSzPts val="2650"/>
              <a:buFont typeface="Arial"/>
              <a:buNone/>
            </a:pPr>
            <a:r>
              <a:rPr b="1" i="0" lang="en-US" sz="2650" u="none" cap="none" strike="noStrike">
                <a:solidFill>
                  <a:schemeClr val="dk1"/>
                </a:solidFill>
                <a:latin typeface="Arial"/>
                <a:ea typeface="Arial"/>
                <a:cs typeface="Arial"/>
                <a:sym typeface="Arial"/>
              </a:rPr>
              <a:t>print("Finished function_a")</a:t>
            </a:r>
            <a:endParaRPr b="0" i="0" sz="2650" u="none" cap="none" strike="noStrike">
              <a:solidFill>
                <a:schemeClr val="dk1"/>
              </a:solidFill>
              <a:latin typeface="Arial"/>
              <a:ea typeface="Arial"/>
              <a:cs typeface="Arial"/>
              <a:sym typeface="Arial"/>
            </a:endParaRPr>
          </a:p>
        </p:txBody>
      </p:sp>
      <p:sp>
        <p:nvSpPr>
          <p:cNvPr id="108" name="Google Shape;108;p10"/>
          <p:cNvSpPr txBox="1"/>
          <p:nvPr>
            <p:ph idx="4294967295" type="title"/>
          </p:nvPr>
        </p:nvSpPr>
        <p:spPr>
          <a:xfrm>
            <a:off x="665527" y="230032"/>
            <a:ext cx="6778800" cy="813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5200">
                <a:latin typeface="Arial"/>
                <a:ea typeface="Arial"/>
                <a:cs typeface="Arial"/>
                <a:sym typeface="Arial"/>
              </a:rPr>
              <a:t>Example</a:t>
            </a:r>
            <a:endParaRPr/>
          </a:p>
        </p:txBody>
      </p:sp>
      <p:sp>
        <p:nvSpPr>
          <p:cNvPr id="109" name="Google Shape;109;p10"/>
          <p:cNvSpPr txBox="1"/>
          <p:nvPr>
            <p:ph idx="4294967295" type="body"/>
          </p:nvPr>
        </p:nvSpPr>
        <p:spPr>
          <a:xfrm>
            <a:off x="10404639" y="2754630"/>
            <a:ext cx="7263000" cy="5364900"/>
          </a:xfrm>
          <a:prstGeom prst="rect">
            <a:avLst/>
          </a:prstGeom>
          <a:noFill/>
          <a:ln>
            <a:noFill/>
          </a:ln>
        </p:spPr>
        <p:txBody>
          <a:bodyPr anchorCtr="0" anchor="t" bIns="0" lIns="0" spcFirstLastPara="1" rIns="0" wrap="square" tIns="102225">
            <a:spAutoFit/>
          </a:bodyPr>
          <a:lstStyle/>
          <a:p>
            <a:pPr indent="0" lvl="0" marL="12700" rtl="0" algn="l">
              <a:lnSpc>
                <a:spcPct val="100000"/>
              </a:lnSpc>
              <a:spcBef>
                <a:spcPts val="0"/>
              </a:spcBef>
              <a:spcAft>
                <a:spcPts val="0"/>
              </a:spcAft>
              <a:buSzPts val="1400"/>
              <a:buNone/>
            </a:pPr>
            <a:r>
              <a:rPr lang="en-US">
                <a:latin typeface="Arial"/>
                <a:ea typeface="Arial"/>
                <a:cs typeface="Arial"/>
                <a:sym typeface="Arial"/>
              </a:rPr>
              <a:t>#function call</a:t>
            </a:r>
            <a:endParaRPr/>
          </a:p>
          <a:p>
            <a:pPr indent="0" lvl="0" marL="236854" rtl="0" algn="l">
              <a:lnSpc>
                <a:spcPct val="100000"/>
              </a:lnSpc>
              <a:spcBef>
                <a:spcPts val="705"/>
              </a:spcBef>
              <a:spcAft>
                <a:spcPts val="0"/>
              </a:spcAft>
              <a:buSzPts val="1400"/>
              <a:buNone/>
            </a:pPr>
            <a:r>
              <a:rPr i="0" lang="en-US">
                <a:solidFill>
                  <a:srgbClr val="000000"/>
                </a:solidFill>
                <a:latin typeface="Arial"/>
                <a:ea typeface="Arial"/>
                <a:cs typeface="Arial"/>
                <a:sym typeface="Arial"/>
              </a:rPr>
              <a:t>function_a()</a:t>
            </a:r>
            <a:endParaRPr/>
          </a:p>
          <a:p>
            <a:pPr indent="0" lvl="0" marL="99060" rtl="0" algn="l">
              <a:lnSpc>
                <a:spcPct val="100000"/>
              </a:lnSpc>
              <a:spcBef>
                <a:spcPts val="4220"/>
              </a:spcBef>
              <a:spcAft>
                <a:spcPts val="0"/>
              </a:spcAft>
              <a:buSzPts val="1400"/>
              <a:buNone/>
            </a:pPr>
            <a:r>
              <a:rPr lang="en-US">
                <a:latin typeface="Arial"/>
                <a:ea typeface="Arial"/>
                <a:cs typeface="Arial"/>
                <a:sym typeface="Arial"/>
              </a:rPr>
              <a:t>#output</a:t>
            </a:r>
            <a:endParaRPr/>
          </a:p>
          <a:p>
            <a:pPr indent="0" lvl="0" marL="349250" marR="3477259" rtl="0" algn="just">
              <a:lnSpc>
                <a:spcPct val="116199"/>
              </a:lnSpc>
              <a:spcBef>
                <a:spcPts val="10"/>
              </a:spcBef>
              <a:spcAft>
                <a:spcPts val="0"/>
              </a:spcAft>
              <a:buSzPts val="1400"/>
              <a:buNone/>
            </a:pPr>
            <a:r>
              <a:rPr i="0" lang="en-US" sz="2850">
                <a:solidFill>
                  <a:srgbClr val="000000"/>
                </a:solidFill>
                <a:latin typeface="Arial"/>
                <a:ea typeface="Arial"/>
                <a:cs typeface="Arial"/>
                <a:sym typeface="Arial"/>
              </a:rPr>
              <a:t>Starting function_a  Starting function_b  Starting function_c</a:t>
            </a:r>
            <a:endParaRPr sz="2850">
              <a:latin typeface="Arial"/>
              <a:ea typeface="Arial"/>
              <a:cs typeface="Arial"/>
              <a:sym typeface="Arial"/>
            </a:endParaRPr>
          </a:p>
          <a:p>
            <a:pPr indent="0" lvl="0" marL="349250" marR="5080" rtl="0" algn="just">
              <a:lnSpc>
                <a:spcPct val="116199"/>
              </a:lnSpc>
              <a:spcBef>
                <a:spcPts val="0"/>
              </a:spcBef>
              <a:spcAft>
                <a:spcPts val="0"/>
              </a:spcAft>
              <a:buSzPts val="1400"/>
              <a:buNone/>
            </a:pPr>
            <a:r>
              <a:rPr i="0" lang="en-US" sz="2850">
                <a:solidFill>
                  <a:srgbClr val="000000"/>
                </a:solidFill>
                <a:latin typeface="Arial"/>
                <a:ea typeface="Arial"/>
                <a:cs typeface="Arial"/>
                <a:sym typeface="Arial"/>
              </a:rPr>
              <a:t>Caught exception: An error occurred in  function_c</a:t>
            </a:r>
            <a:endParaRPr sz="2850">
              <a:latin typeface="Arial"/>
              <a:ea typeface="Arial"/>
              <a:cs typeface="Arial"/>
              <a:sym typeface="Arial"/>
            </a:endParaRPr>
          </a:p>
          <a:p>
            <a:pPr indent="0" lvl="0" marL="349250" rtl="0" algn="just">
              <a:lnSpc>
                <a:spcPct val="100000"/>
              </a:lnSpc>
              <a:spcBef>
                <a:spcPts val="555"/>
              </a:spcBef>
              <a:spcAft>
                <a:spcPts val="0"/>
              </a:spcAft>
              <a:buSzPts val="1400"/>
              <a:buNone/>
            </a:pPr>
            <a:r>
              <a:rPr i="0" lang="en-US" sz="2850">
                <a:solidFill>
                  <a:srgbClr val="000000"/>
                </a:solidFill>
                <a:latin typeface="Arial"/>
                <a:ea typeface="Arial"/>
                <a:cs typeface="Arial"/>
                <a:sym typeface="Arial"/>
              </a:rPr>
              <a:t>Finished function_a</a:t>
            </a:r>
            <a:endParaRPr sz="285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3920c104332_3_33"/>
          <p:cNvSpPr txBox="1"/>
          <p:nvPr>
            <p:ph idx="4294967295" type="title"/>
          </p:nvPr>
        </p:nvSpPr>
        <p:spPr>
          <a:xfrm>
            <a:off x="1116310" y="994441"/>
            <a:ext cx="11609100" cy="813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5200"/>
              <a:t>Exception handling a file processing</a:t>
            </a:r>
            <a:endParaRPr sz="5200"/>
          </a:p>
        </p:txBody>
      </p:sp>
      <p:sp>
        <p:nvSpPr>
          <p:cNvPr id="115" name="Google Shape;115;g3920c104332_3_33"/>
          <p:cNvSpPr txBox="1"/>
          <p:nvPr/>
        </p:nvSpPr>
        <p:spPr>
          <a:xfrm>
            <a:off x="1628850" y="1807750"/>
            <a:ext cx="9489000" cy="6847500"/>
          </a:xfrm>
          <a:prstGeom prst="rect">
            <a:avLst/>
          </a:prstGeom>
          <a:noFill/>
          <a:ln>
            <a:noFill/>
          </a:ln>
        </p:spPr>
        <p:txBody>
          <a:bodyPr anchorCtr="0" anchor="t" bIns="0" lIns="0" spcFirstLastPara="1" rIns="0" wrap="square" tIns="104125">
            <a:spAutoFit/>
          </a:bodyPr>
          <a:lstStyle/>
          <a:p>
            <a:pPr indent="0" lvl="0" marL="12700" marR="0" rtl="0" algn="l">
              <a:lnSpc>
                <a:spcPct val="100000"/>
              </a:lnSpc>
              <a:spcBef>
                <a:spcPts val="0"/>
              </a:spcBef>
              <a:spcAft>
                <a:spcPts val="0"/>
              </a:spcAft>
              <a:buClr>
                <a:srgbClr val="000000"/>
              </a:buClr>
              <a:buSzPts val="3900"/>
              <a:buFont typeface="Arial"/>
              <a:buNone/>
            </a:pPr>
            <a:r>
              <a:rPr b="1" i="0" lang="en-US" sz="3900" u="none" cap="none" strike="noStrike">
                <a:solidFill>
                  <a:schemeClr val="dk1"/>
                </a:solidFill>
                <a:latin typeface="Arial"/>
                <a:ea typeface="Arial"/>
                <a:cs typeface="Arial"/>
                <a:sym typeface="Arial"/>
              </a:rPr>
              <a:t>try:</a:t>
            </a:r>
            <a:endParaRPr b="0" i="0" sz="3900" u="none" cap="none" strike="noStrike">
              <a:solidFill>
                <a:schemeClr val="dk1"/>
              </a:solidFill>
              <a:latin typeface="Arial"/>
              <a:ea typeface="Arial"/>
              <a:cs typeface="Arial"/>
              <a:sym typeface="Arial"/>
            </a:endParaRPr>
          </a:p>
          <a:p>
            <a:pPr indent="-467358" lvl="0" marL="946785" marR="5080" rtl="0" algn="l">
              <a:lnSpc>
                <a:spcPct val="115399"/>
              </a:lnSpc>
              <a:spcBef>
                <a:spcPts val="0"/>
              </a:spcBef>
              <a:spcAft>
                <a:spcPts val="0"/>
              </a:spcAft>
              <a:buClr>
                <a:srgbClr val="000000"/>
              </a:buClr>
              <a:buSzPts val="3900"/>
              <a:buFont typeface="Arial"/>
              <a:buNone/>
            </a:pPr>
            <a:r>
              <a:rPr b="1" i="0" lang="en-US" sz="3900" u="none" cap="none" strike="noStrike">
                <a:solidFill>
                  <a:schemeClr val="dk1"/>
                </a:solidFill>
                <a:latin typeface="Arial"/>
                <a:ea typeface="Arial"/>
                <a:cs typeface="Arial"/>
                <a:sym typeface="Arial"/>
              </a:rPr>
              <a:t>with open("example.txt", "r") as file:  data = file.read()</a:t>
            </a:r>
            <a:endParaRPr b="0" i="0" sz="3900" u="none" cap="none" strike="noStrike">
              <a:solidFill>
                <a:schemeClr val="dk1"/>
              </a:solidFill>
              <a:latin typeface="Arial"/>
              <a:ea typeface="Arial"/>
              <a:cs typeface="Arial"/>
              <a:sym typeface="Arial"/>
            </a:endParaRPr>
          </a:p>
          <a:p>
            <a:pPr indent="0" lvl="0" marL="946785" marR="0" rtl="0" algn="l">
              <a:lnSpc>
                <a:spcPct val="100000"/>
              </a:lnSpc>
              <a:spcBef>
                <a:spcPts val="720"/>
              </a:spcBef>
              <a:spcAft>
                <a:spcPts val="0"/>
              </a:spcAft>
              <a:buClr>
                <a:srgbClr val="000000"/>
              </a:buClr>
              <a:buSzPts val="3900"/>
              <a:buFont typeface="Arial"/>
              <a:buNone/>
            </a:pPr>
            <a:r>
              <a:rPr b="1" i="0" lang="en-US" sz="3900" u="none" cap="none" strike="noStrike">
                <a:solidFill>
                  <a:schemeClr val="dk1"/>
                </a:solidFill>
                <a:latin typeface="Arial"/>
                <a:ea typeface="Arial"/>
                <a:cs typeface="Arial"/>
                <a:sym typeface="Arial"/>
              </a:rPr>
              <a:t>print(data)</a:t>
            </a:r>
            <a:endParaRPr b="0" i="0" sz="3900" u="none" cap="none" strike="noStrike">
              <a:solidFill>
                <a:schemeClr val="dk1"/>
              </a:solidFill>
              <a:latin typeface="Arial"/>
              <a:ea typeface="Arial"/>
              <a:cs typeface="Arial"/>
              <a:sym typeface="Arial"/>
            </a:endParaRPr>
          </a:p>
          <a:p>
            <a:pPr indent="-467358" lvl="0" marL="479425" marR="2691765" rtl="0" algn="l">
              <a:lnSpc>
                <a:spcPct val="115399"/>
              </a:lnSpc>
              <a:spcBef>
                <a:spcPts val="0"/>
              </a:spcBef>
              <a:spcAft>
                <a:spcPts val="0"/>
              </a:spcAft>
              <a:buClr>
                <a:srgbClr val="000000"/>
              </a:buClr>
              <a:buSzPts val="3900"/>
              <a:buFont typeface="Arial"/>
              <a:buNone/>
            </a:pPr>
            <a:r>
              <a:rPr b="1" i="0" lang="en-US" sz="3900" u="none" cap="none" strike="noStrike">
                <a:solidFill>
                  <a:schemeClr val="dk1"/>
                </a:solidFill>
                <a:latin typeface="Arial"/>
                <a:ea typeface="Arial"/>
                <a:cs typeface="Arial"/>
                <a:sym typeface="Arial"/>
              </a:rPr>
              <a:t>except FileNotFoundError:  print("File not found")</a:t>
            </a:r>
            <a:endParaRPr b="0" i="0" sz="3900" u="none" cap="none" strike="noStrike">
              <a:solidFill>
                <a:schemeClr val="dk1"/>
              </a:solidFill>
              <a:latin typeface="Arial"/>
              <a:ea typeface="Arial"/>
              <a:cs typeface="Arial"/>
              <a:sym typeface="Arial"/>
            </a:endParaRPr>
          </a:p>
          <a:p>
            <a:pPr indent="-467358" lvl="0" marL="479425" marR="2276475" rtl="0" algn="l">
              <a:lnSpc>
                <a:spcPct val="115399"/>
              </a:lnSpc>
              <a:spcBef>
                <a:spcPts val="0"/>
              </a:spcBef>
              <a:spcAft>
                <a:spcPts val="0"/>
              </a:spcAft>
              <a:buClr>
                <a:srgbClr val="000000"/>
              </a:buClr>
              <a:buSzPts val="3900"/>
              <a:buFont typeface="Arial"/>
              <a:buNone/>
            </a:pPr>
            <a:r>
              <a:rPr b="1" i="0" lang="en-US" sz="3900" u="none" cap="none" strike="noStrike">
                <a:solidFill>
                  <a:schemeClr val="dk1"/>
                </a:solidFill>
                <a:latin typeface="Arial"/>
                <a:ea typeface="Arial"/>
                <a:cs typeface="Arial"/>
                <a:sym typeface="Arial"/>
              </a:rPr>
              <a:t>except PermissionError:  print("File access denied")</a:t>
            </a:r>
            <a:endParaRPr b="0" i="0" sz="3900" u="none" cap="none" strike="noStrike">
              <a:solidFill>
                <a:schemeClr val="dk1"/>
              </a:solidFill>
              <a:latin typeface="Arial"/>
              <a:ea typeface="Arial"/>
              <a:cs typeface="Arial"/>
              <a:sym typeface="Arial"/>
            </a:endParaRPr>
          </a:p>
          <a:p>
            <a:pPr indent="-467358" lvl="0" marL="479425" marR="1235075" rtl="0" algn="l">
              <a:lnSpc>
                <a:spcPct val="115399"/>
              </a:lnSpc>
              <a:spcBef>
                <a:spcPts val="0"/>
              </a:spcBef>
              <a:spcAft>
                <a:spcPts val="0"/>
              </a:spcAft>
              <a:buClr>
                <a:srgbClr val="000000"/>
              </a:buClr>
              <a:buSzPts val="3900"/>
              <a:buFont typeface="Arial"/>
              <a:buNone/>
            </a:pPr>
            <a:r>
              <a:rPr b="1" i="0" lang="en-US" sz="3900" u="none" cap="none" strike="noStrike">
                <a:solidFill>
                  <a:schemeClr val="dk1"/>
                </a:solidFill>
                <a:latin typeface="Arial"/>
                <a:ea typeface="Arial"/>
                <a:cs typeface="Arial"/>
                <a:sym typeface="Arial"/>
              </a:rPr>
              <a:t>except Exception as e:  print(f"An error occurred: {e}")</a:t>
            </a:r>
            <a:endParaRPr b="0" i="0" sz="39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920c104332_3_38"/>
          <p:cNvSpPr txBox="1"/>
          <p:nvPr>
            <p:ph idx="4294967295" type="title"/>
          </p:nvPr>
        </p:nvSpPr>
        <p:spPr>
          <a:xfrm>
            <a:off x="1023441" y="994442"/>
            <a:ext cx="9461400" cy="813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5200"/>
              <a:t>Catching multiple exceptions</a:t>
            </a:r>
            <a:endParaRPr sz="5200"/>
          </a:p>
        </p:txBody>
      </p:sp>
      <p:sp>
        <p:nvSpPr>
          <p:cNvPr id="121" name="Google Shape;121;g3920c104332_3_38"/>
          <p:cNvSpPr txBox="1"/>
          <p:nvPr/>
        </p:nvSpPr>
        <p:spPr>
          <a:xfrm>
            <a:off x="1495970" y="2546693"/>
            <a:ext cx="15294600" cy="6712500"/>
          </a:xfrm>
          <a:prstGeom prst="rect">
            <a:avLst/>
          </a:prstGeom>
          <a:noFill/>
          <a:ln>
            <a:noFill/>
          </a:ln>
        </p:spPr>
        <p:txBody>
          <a:bodyPr anchorCtr="0" anchor="t" bIns="0" lIns="0" spcFirstLastPara="1" rIns="0" wrap="square" tIns="104125">
            <a:spAutoFit/>
          </a:bodyPr>
          <a:lstStyle/>
          <a:p>
            <a:pPr indent="0" lvl="0" marL="12700" marR="0" rtl="0" algn="l">
              <a:lnSpc>
                <a:spcPct val="100000"/>
              </a:lnSpc>
              <a:spcBef>
                <a:spcPts val="0"/>
              </a:spcBef>
              <a:spcAft>
                <a:spcPts val="0"/>
              </a:spcAft>
              <a:buClr>
                <a:srgbClr val="000000"/>
              </a:buClr>
              <a:buSzPts val="3900"/>
              <a:buFont typeface="Arial"/>
              <a:buNone/>
            </a:pPr>
            <a:r>
              <a:rPr b="1" i="0" lang="en-US" sz="3900" u="none" cap="none" strike="noStrike">
                <a:solidFill>
                  <a:schemeClr val="dk1"/>
                </a:solidFill>
                <a:latin typeface="Arial"/>
                <a:ea typeface="Arial"/>
                <a:cs typeface="Arial"/>
                <a:sym typeface="Arial"/>
              </a:rPr>
              <a:t>try:</a:t>
            </a:r>
            <a:endParaRPr b="0" i="0" sz="3900" u="none" cap="none" strike="noStrike">
              <a:solidFill>
                <a:schemeClr val="dk1"/>
              </a:solidFill>
              <a:latin typeface="Arial"/>
              <a:ea typeface="Arial"/>
              <a:cs typeface="Arial"/>
              <a:sym typeface="Arial"/>
            </a:endParaRPr>
          </a:p>
          <a:p>
            <a:pPr indent="0" lvl="0" marL="479425" marR="5120005" rtl="0" algn="l">
              <a:lnSpc>
                <a:spcPct val="115399"/>
              </a:lnSpc>
              <a:spcBef>
                <a:spcPts val="0"/>
              </a:spcBef>
              <a:spcAft>
                <a:spcPts val="0"/>
              </a:spcAft>
              <a:buClr>
                <a:srgbClr val="000000"/>
              </a:buClr>
              <a:buSzPts val="3900"/>
              <a:buFont typeface="Arial"/>
              <a:buNone/>
            </a:pPr>
            <a:r>
              <a:rPr b="1" i="0" lang="en-US" sz="3900" u="none" cap="none" strike="noStrike">
                <a:solidFill>
                  <a:schemeClr val="dk1"/>
                </a:solidFill>
                <a:latin typeface="Arial"/>
                <a:ea typeface="Arial"/>
                <a:cs typeface="Arial"/>
                <a:sym typeface="Arial"/>
              </a:rPr>
              <a:t>usr_input = int(input('Enter a number: '))  result = 12/ usr_input</a:t>
            </a:r>
            <a:endParaRPr b="0" i="0" sz="3900" u="none" cap="none" strike="noStrike">
              <a:solidFill>
                <a:schemeClr val="dk1"/>
              </a:solidFill>
              <a:latin typeface="Arial"/>
              <a:ea typeface="Arial"/>
              <a:cs typeface="Arial"/>
              <a:sym typeface="Arial"/>
            </a:endParaRPr>
          </a:p>
          <a:p>
            <a:pPr indent="-467358" lvl="0" marL="479425" marR="5080" rtl="0" algn="l">
              <a:lnSpc>
                <a:spcPct val="115399"/>
              </a:lnSpc>
              <a:spcBef>
                <a:spcPts val="0"/>
              </a:spcBef>
              <a:spcAft>
                <a:spcPts val="0"/>
              </a:spcAft>
              <a:buClr>
                <a:srgbClr val="000000"/>
              </a:buClr>
              <a:buSzPts val="3900"/>
              <a:buFont typeface="Arial"/>
              <a:buNone/>
            </a:pPr>
            <a:r>
              <a:rPr b="1" i="0" lang="en-US" sz="3900" u="none" cap="none" strike="noStrike">
                <a:solidFill>
                  <a:schemeClr val="dk1"/>
                </a:solidFill>
                <a:latin typeface="Arial"/>
                <a:ea typeface="Arial"/>
                <a:cs typeface="Arial"/>
                <a:sym typeface="Arial"/>
              </a:rPr>
              <a:t>except (FileNotFoundError, ValueError, ZeroDivisionError) as e:  print(f"An error occurred: {e}")</a:t>
            </a:r>
            <a:endParaRPr b="0" i="0" sz="3900" u="none" cap="none" strike="noStrike">
              <a:solidFill>
                <a:schemeClr val="dk1"/>
              </a:solidFill>
              <a:latin typeface="Arial"/>
              <a:ea typeface="Arial"/>
              <a:cs typeface="Arial"/>
              <a:sym typeface="Arial"/>
            </a:endParaRPr>
          </a:p>
          <a:p>
            <a:pPr indent="0" lvl="0" marL="0" marR="0" rtl="0" algn="l">
              <a:lnSpc>
                <a:spcPct val="100000"/>
              </a:lnSpc>
              <a:spcBef>
                <a:spcPts val="30"/>
              </a:spcBef>
              <a:spcAft>
                <a:spcPts val="0"/>
              </a:spcAft>
              <a:buClr>
                <a:srgbClr val="000000"/>
              </a:buClr>
              <a:buSzPts val="4650"/>
              <a:buFont typeface="Arial"/>
              <a:buNone/>
            </a:pPr>
            <a:r>
              <a:t/>
            </a:r>
            <a:endParaRPr b="0" i="0" sz="465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4000"/>
              <a:buFont typeface="Arial"/>
              <a:buNone/>
            </a:pPr>
            <a:r>
              <a:rPr b="1" i="0" lang="en-US" sz="4000" u="none" cap="none" strike="noStrike">
                <a:solidFill>
                  <a:srgbClr val="122B4A"/>
                </a:solidFill>
                <a:latin typeface="Arial"/>
                <a:ea typeface="Arial"/>
                <a:cs typeface="Arial"/>
                <a:sym typeface="Arial"/>
              </a:rPr>
              <a:t>#Exercise:</a:t>
            </a:r>
            <a:endParaRPr b="0" i="0" sz="4000" u="none" cap="none" strike="noStrike">
              <a:solidFill>
                <a:schemeClr val="dk1"/>
              </a:solidFill>
              <a:latin typeface="Arial"/>
              <a:ea typeface="Arial"/>
              <a:cs typeface="Arial"/>
              <a:sym typeface="Arial"/>
            </a:endParaRPr>
          </a:p>
          <a:p>
            <a:pPr indent="0" lvl="0" marL="419733" marR="129538" rtl="0" algn="l">
              <a:lnSpc>
                <a:spcPct val="115799"/>
              </a:lnSpc>
              <a:spcBef>
                <a:spcPts val="1290"/>
              </a:spcBef>
              <a:spcAft>
                <a:spcPts val="0"/>
              </a:spcAft>
              <a:buClr>
                <a:srgbClr val="000000"/>
              </a:buClr>
              <a:buSzPts val="3400"/>
              <a:buFont typeface="Arial"/>
              <a:buNone/>
            </a:pPr>
            <a:r>
              <a:rPr b="1" i="0" lang="en-US" sz="3400" u="none" cap="none" strike="noStrike">
                <a:solidFill>
                  <a:schemeClr val="dk1"/>
                </a:solidFill>
                <a:latin typeface="Arial"/>
                <a:ea typeface="Arial"/>
                <a:cs typeface="Arial"/>
                <a:sym typeface="Arial"/>
              </a:rPr>
              <a:t>Modify </a:t>
            </a:r>
            <a:r>
              <a:rPr b="0" i="0" lang="en-US" sz="3400" u="none" cap="none" strike="noStrike">
                <a:solidFill>
                  <a:schemeClr val="dk1"/>
                </a:solidFill>
                <a:latin typeface="Arial"/>
                <a:ea typeface="Arial"/>
                <a:cs typeface="Arial"/>
                <a:sym typeface="Arial"/>
              </a:rPr>
              <a:t>the </a:t>
            </a:r>
            <a:r>
              <a:rPr b="1" i="0" lang="en-US" sz="3400" u="none" cap="none" strike="noStrike">
                <a:solidFill>
                  <a:schemeClr val="dk1"/>
                </a:solidFill>
                <a:latin typeface="Arial"/>
                <a:ea typeface="Arial"/>
                <a:cs typeface="Arial"/>
                <a:sym typeface="Arial"/>
              </a:rPr>
              <a:t>previous code </a:t>
            </a:r>
            <a:r>
              <a:rPr b="0" i="0" lang="en-US" sz="3400" u="none" cap="none" strike="noStrike">
                <a:solidFill>
                  <a:schemeClr val="dk1"/>
                </a:solidFill>
                <a:latin typeface="Arial"/>
                <a:ea typeface="Arial"/>
                <a:cs typeface="Arial"/>
                <a:sym typeface="Arial"/>
              </a:rPr>
              <a:t>to </a:t>
            </a:r>
            <a:r>
              <a:rPr b="1" i="0" lang="en-US" sz="3400" u="none" cap="none" strike="noStrike">
                <a:solidFill>
                  <a:schemeClr val="dk1"/>
                </a:solidFill>
                <a:latin typeface="Arial"/>
                <a:ea typeface="Arial"/>
                <a:cs typeface="Arial"/>
                <a:sym typeface="Arial"/>
              </a:rPr>
              <a:t>read </a:t>
            </a:r>
            <a:r>
              <a:rPr b="0" i="0" lang="en-US" sz="3400" u="none" cap="none" strike="noStrike">
                <a:solidFill>
                  <a:schemeClr val="dk1"/>
                </a:solidFill>
                <a:latin typeface="Arial"/>
                <a:ea typeface="Arial"/>
                <a:cs typeface="Arial"/>
                <a:sym typeface="Arial"/>
              </a:rPr>
              <a:t>a number from a </a:t>
            </a:r>
            <a:r>
              <a:rPr b="1" i="0" lang="en-US" sz="3400" u="none" cap="none" strike="noStrike">
                <a:solidFill>
                  <a:schemeClr val="dk1"/>
                </a:solidFill>
                <a:latin typeface="Arial"/>
                <a:ea typeface="Arial"/>
                <a:cs typeface="Arial"/>
                <a:sym typeface="Arial"/>
              </a:rPr>
              <a:t>file </a:t>
            </a:r>
            <a:r>
              <a:rPr b="0" i="0" lang="en-US" sz="3400" u="none" cap="none" strike="noStrike">
                <a:solidFill>
                  <a:schemeClr val="dk1"/>
                </a:solidFill>
                <a:latin typeface="Arial"/>
                <a:ea typeface="Arial"/>
                <a:cs typeface="Arial"/>
                <a:sym typeface="Arial"/>
              </a:rPr>
              <a:t>that you </a:t>
            </a:r>
            <a:r>
              <a:rPr b="1" i="0" lang="en-US" sz="3400" u="none" cap="none" strike="noStrike">
                <a:solidFill>
                  <a:schemeClr val="dk1"/>
                </a:solidFill>
                <a:latin typeface="Arial"/>
                <a:ea typeface="Arial"/>
                <a:cs typeface="Arial"/>
                <a:sym typeface="Arial"/>
              </a:rPr>
              <a:t>create</a:t>
            </a:r>
            <a:r>
              <a:rPr b="0" i="0" lang="en-US" sz="3400" u="none" cap="none" strike="noStrike">
                <a:solidFill>
                  <a:schemeClr val="dk1"/>
                </a:solidFill>
                <a:latin typeface="Arial"/>
                <a:ea typeface="Arial"/>
                <a:cs typeface="Arial"/>
                <a:sym typeface="Arial"/>
              </a:rPr>
              <a:t>,  instead of taking user input. Write the </a:t>
            </a:r>
            <a:r>
              <a:rPr b="1" i="0" lang="en-US" sz="3400" u="none" cap="none" strike="noStrike">
                <a:solidFill>
                  <a:schemeClr val="dk1"/>
                </a:solidFill>
                <a:latin typeface="Arial"/>
                <a:ea typeface="Arial"/>
                <a:cs typeface="Arial"/>
                <a:sym typeface="Arial"/>
              </a:rPr>
              <a:t>number </a:t>
            </a:r>
            <a:r>
              <a:rPr b="0" i="0" lang="en-US" sz="3400" u="none" cap="none" strike="noStrike">
                <a:solidFill>
                  <a:schemeClr val="dk1"/>
                </a:solidFill>
                <a:latin typeface="Arial"/>
                <a:ea typeface="Arial"/>
                <a:cs typeface="Arial"/>
                <a:sym typeface="Arial"/>
              </a:rPr>
              <a:t>to the file, then read it  from the file and </a:t>
            </a:r>
            <a:r>
              <a:rPr b="1" i="0" lang="en-US" sz="3400" u="none" cap="none" strike="noStrike">
                <a:solidFill>
                  <a:schemeClr val="dk1"/>
                </a:solidFill>
                <a:latin typeface="Arial"/>
                <a:ea typeface="Arial"/>
                <a:cs typeface="Arial"/>
                <a:sym typeface="Arial"/>
              </a:rPr>
              <a:t>retrieve </a:t>
            </a:r>
            <a:r>
              <a:rPr b="0" i="0" lang="en-US" sz="3400" u="none" cap="none" strike="noStrike">
                <a:solidFill>
                  <a:schemeClr val="dk1"/>
                </a:solidFill>
                <a:latin typeface="Arial"/>
                <a:ea typeface="Arial"/>
                <a:cs typeface="Arial"/>
                <a:sym typeface="Arial"/>
              </a:rPr>
              <a:t>the number using Python code.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920c104332_3_55"/>
          <p:cNvSpPr txBox="1"/>
          <p:nvPr>
            <p:ph idx="4294967295" type="title"/>
          </p:nvPr>
        </p:nvSpPr>
        <p:spPr>
          <a:xfrm>
            <a:off x="1037874" y="994450"/>
            <a:ext cx="7707000" cy="813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5200"/>
              <a:t>Raising Exception</a:t>
            </a:r>
            <a:endParaRPr sz="5200"/>
          </a:p>
        </p:txBody>
      </p:sp>
      <p:sp>
        <p:nvSpPr>
          <p:cNvPr id="127" name="Google Shape;127;g3920c104332_3_55"/>
          <p:cNvSpPr txBox="1"/>
          <p:nvPr/>
        </p:nvSpPr>
        <p:spPr>
          <a:xfrm>
            <a:off x="1552576" y="2660770"/>
            <a:ext cx="15956400" cy="6092100"/>
          </a:xfrm>
          <a:prstGeom prst="rect">
            <a:avLst/>
          </a:prstGeom>
          <a:noFill/>
          <a:ln>
            <a:noFill/>
          </a:ln>
        </p:spPr>
        <p:txBody>
          <a:bodyPr anchorCtr="0" anchor="t" bIns="0" lIns="0" spcFirstLastPara="1" rIns="0" wrap="square" tIns="94600">
            <a:spAutoFit/>
          </a:bodyPr>
          <a:lstStyle/>
          <a:p>
            <a:pPr indent="0" lvl="0" marL="143510" marR="0" rtl="0" algn="l">
              <a:lnSpc>
                <a:spcPct val="100000"/>
              </a:lnSpc>
              <a:spcBef>
                <a:spcPts val="0"/>
              </a:spcBef>
              <a:spcAft>
                <a:spcPts val="0"/>
              </a:spcAft>
              <a:buClr>
                <a:srgbClr val="000000"/>
              </a:buClr>
              <a:buSzPts val="3400"/>
              <a:buFont typeface="Arial"/>
              <a:buNone/>
            </a:pPr>
            <a:r>
              <a:rPr b="0" i="0" lang="en-US" sz="3400" u="none" cap="none" strike="noStrike">
                <a:solidFill>
                  <a:schemeClr val="dk1"/>
                </a:solidFill>
                <a:latin typeface="Arial"/>
                <a:ea typeface="Arial"/>
                <a:cs typeface="Arial"/>
                <a:sym typeface="Arial"/>
              </a:rPr>
              <a:t>In python, '</a:t>
            </a:r>
            <a:r>
              <a:rPr b="1" i="0" lang="en-US" sz="3400" u="none" cap="none" strike="noStrike">
                <a:solidFill>
                  <a:schemeClr val="dk1"/>
                </a:solidFill>
                <a:latin typeface="Arial"/>
                <a:ea typeface="Arial"/>
                <a:cs typeface="Arial"/>
                <a:sym typeface="Arial"/>
              </a:rPr>
              <a:t>raise</a:t>
            </a:r>
            <a:r>
              <a:rPr b="0" i="0" lang="en-US" sz="3400" u="none" cap="none" strike="noStrike">
                <a:solidFill>
                  <a:schemeClr val="dk1"/>
                </a:solidFill>
                <a:latin typeface="Arial"/>
                <a:ea typeface="Arial"/>
                <a:cs typeface="Arial"/>
                <a:sym typeface="Arial"/>
              </a:rPr>
              <a:t>' statement manually raise an exception</a:t>
            </a:r>
            <a:endParaRPr b="0" i="0" sz="1400" u="none" cap="none" strike="noStrike">
              <a:solidFill>
                <a:srgbClr val="000000"/>
              </a:solidFill>
              <a:latin typeface="Arial"/>
              <a:ea typeface="Arial"/>
              <a:cs typeface="Arial"/>
              <a:sym typeface="Arial"/>
            </a:endParaRPr>
          </a:p>
          <a:p>
            <a:pPr indent="0" lvl="0" marL="143510" marR="5080" rtl="0" algn="l">
              <a:lnSpc>
                <a:spcPct val="115799"/>
              </a:lnSpc>
              <a:spcBef>
                <a:spcPts val="0"/>
              </a:spcBef>
              <a:spcAft>
                <a:spcPts val="0"/>
              </a:spcAft>
              <a:buClr>
                <a:srgbClr val="000000"/>
              </a:buClr>
              <a:buSzPts val="3400"/>
              <a:buFont typeface="Arial"/>
              <a:buNone/>
            </a:pPr>
            <a:r>
              <a:rPr b="0" i="0" lang="en-US" sz="3400" u="none" cap="none" strike="noStrike">
                <a:solidFill>
                  <a:schemeClr val="dk1"/>
                </a:solidFill>
                <a:latin typeface="Arial"/>
                <a:ea typeface="Arial"/>
                <a:cs typeface="Arial"/>
                <a:sym typeface="Arial"/>
              </a:rPr>
              <a:t>Useful to stop execution and report an error or unexpected behaviour in the  code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
              </a:spcBef>
              <a:spcAft>
                <a:spcPts val="0"/>
              </a:spcAft>
              <a:buClr>
                <a:srgbClr val="000000"/>
              </a:buClr>
              <a:buSzPts val="5600"/>
              <a:buFont typeface="Arial"/>
              <a:buNone/>
            </a:pPr>
            <a:r>
              <a:t/>
            </a:r>
            <a:endParaRPr b="0" i="0" sz="5600" u="none" cap="none" strike="noStrike">
              <a:solidFill>
                <a:schemeClr val="dk1"/>
              </a:solidFill>
              <a:latin typeface="Arial"/>
              <a:ea typeface="Arial"/>
              <a:cs typeface="Arial"/>
              <a:sym typeface="Arial"/>
            </a:endParaRPr>
          </a:p>
          <a:p>
            <a:pPr indent="0" lvl="0" marL="12700" marR="0" rtl="0" algn="l">
              <a:lnSpc>
                <a:spcPct val="100000"/>
              </a:lnSpc>
              <a:spcBef>
                <a:spcPts val="5"/>
              </a:spcBef>
              <a:spcAft>
                <a:spcPts val="0"/>
              </a:spcAft>
              <a:buClr>
                <a:srgbClr val="000000"/>
              </a:buClr>
              <a:buSzPts val="3400"/>
              <a:buFont typeface="Arial"/>
              <a:buNone/>
            </a:pPr>
            <a:r>
              <a:rPr b="1" i="0" lang="en-US" sz="3400" u="none" cap="none" strike="noStrike">
                <a:solidFill>
                  <a:schemeClr val="dk1"/>
                </a:solidFill>
                <a:latin typeface="Arial"/>
                <a:ea typeface="Arial"/>
                <a:cs typeface="Arial"/>
                <a:sym typeface="Arial"/>
              </a:rPr>
              <a:t>raise Exception("Error message"):</a:t>
            </a:r>
            <a:endParaRPr b="0" i="0" sz="3400" u="none" cap="none" strike="noStrike">
              <a:solidFill>
                <a:schemeClr val="dk1"/>
              </a:solidFill>
              <a:latin typeface="Arial"/>
              <a:ea typeface="Arial"/>
              <a:cs typeface="Arial"/>
              <a:sym typeface="Arial"/>
            </a:endParaRPr>
          </a:p>
          <a:p>
            <a:pPr indent="0" lvl="0" marL="71755" marR="1210310" rtl="0" algn="l">
              <a:lnSpc>
                <a:spcPct val="115799"/>
              </a:lnSpc>
              <a:spcBef>
                <a:spcPts val="2610"/>
              </a:spcBef>
              <a:spcAft>
                <a:spcPts val="0"/>
              </a:spcAft>
              <a:buClr>
                <a:srgbClr val="000000"/>
              </a:buClr>
              <a:buSzPts val="3400"/>
              <a:buFont typeface="Arial"/>
              <a:buNone/>
            </a:pPr>
            <a:r>
              <a:rPr b="0" i="0" lang="en-US" sz="3400" u="none" cap="none" strike="noStrike">
                <a:solidFill>
                  <a:schemeClr val="dk1"/>
                </a:solidFill>
                <a:latin typeface="Arial"/>
                <a:ea typeface="Arial"/>
                <a:cs typeface="Arial"/>
                <a:sym typeface="Arial"/>
              </a:rPr>
              <a:t>This will raise a generic '</a:t>
            </a:r>
            <a:r>
              <a:rPr b="1" i="0" lang="en-US" sz="3400" u="none" cap="none" strike="noStrike">
                <a:solidFill>
                  <a:schemeClr val="dk1"/>
                </a:solidFill>
                <a:latin typeface="Arial"/>
                <a:ea typeface="Arial"/>
                <a:cs typeface="Arial"/>
                <a:sym typeface="Arial"/>
              </a:rPr>
              <a:t>Exception</a:t>
            </a:r>
            <a:r>
              <a:rPr b="0" i="0" lang="en-US" sz="3400" u="none" cap="none" strike="noStrike">
                <a:solidFill>
                  <a:schemeClr val="dk1"/>
                </a:solidFill>
                <a:latin typeface="Arial"/>
                <a:ea typeface="Arial"/>
                <a:cs typeface="Arial"/>
                <a:sym typeface="Arial"/>
              </a:rPr>
              <a:t>' and pass an </a:t>
            </a:r>
            <a:r>
              <a:rPr b="1" i="0" lang="en-US" sz="3400" u="none" cap="none" strike="noStrike">
                <a:solidFill>
                  <a:schemeClr val="dk1"/>
                </a:solidFill>
                <a:latin typeface="Arial"/>
                <a:ea typeface="Arial"/>
                <a:cs typeface="Arial"/>
                <a:sym typeface="Arial"/>
              </a:rPr>
              <a:t>error message</a:t>
            </a:r>
            <a:r>
              <a:rPr b="0" i="0" lang="en-US" sz="3400" u="none" cap="none" strike="noStrike">
                <a:solidFill>
                  <a:schemeClr val="dk1"/>
                </a:solidFill>
                <a:latin typeface="Arial"/>
                <a:ea typeface="Arial"/>
                <a:cs typeface="Arial"/>
                <a:sym typeface="Arial"/>
              </a:rPr>
              <a:t> string as  argument</a:t>
            </a:r>
            <a:endParaRPr b="0" i="0" sz="1400" u="none" cap="none" strike="noStrike">
              <a:solidFill>
                <a:srgbClr val="000000"/>
              </a:solidFill>
              <a:latin typeface="Arial"/>
              <a:ea typeface="Arial"/>
              <a:cs typeface="Arial"/>
              <a:sym typeface="Arial"/>
            </a:endParaRPr>
          </a:p>
          <a:p>
            <a:pPr indent="0" lvl="0" marL="12700" marR="0" rtl="0" algn="l">
              <a:lnSpc>
                <a:spcPct val="100000"/>
              </a:lnSpc>
              <a:spcBef>
                <a:spcPts val="3445"/>
              </a:spcBef>
              <a:spcAft>
                <a:spcPts val="0"/>
              </a:spcAft>
              <a:buClr>
                <a:srgbClr val="000000"/>
              </a:buClr>
              <a:buSzPts val="3400"/>
              <a:buFont typeface="Arial"/>
              <a:buNone/>
            </a:pPr>
            <a:r>
              <a:rPr b="1" i="0" lang="en-US" sz="3400" u="none" cap="none" strike="noStrike">
                <a:solidFill>
                  <a:schemeClr val="dk1"/>
                </a:solidFill>
                <a:latin typeface="Arial"/>
                <a:ea typeface="Arial"/>
                <a:cs typeface="Arial"/>
                <a:sym typeface="Arial"/>
              </a:rPr>
              <a:t>raise Exception:</a:t>
            </a:r>
            <a:endParaRPr b="0" i="0" sz="3400" u="none" cap="none" strike="noStrike">
              <a:solidFill>
                <a:schemeClr val="dk1"/>
              </a:solidFill>
              <a:latin typeface="Arial"/>
              <a:ea typeface="Arial"/>
              <a:cs typeface="Arial"/>
              <a:sym typeface="Arial"/>
            </a:endParaRPr>
          </a:p>
          <a:p>
            <a:pPr indent="0" lvl="0" marL="71755" marR="0" rtl="0" algn="l">
              <a:lnSpc>
                <a:spcPct val="100000"/>
              </a:lnSpc>
              <a:spcBef>
                <a:spcPts val="3445"/>
              </a:spcBef>
              <a:spcAft>
                <a:spcPts val="0"/>
              </a:spcAft>
              <a:buClr>
                <a:srgbClr val="000000"/>
              </a:buClr>
              <a:buSzPts val="3400"/>
              <a:buFont typeface="Arial"/>
              <a:buNone/>
            </a:pPr>
            <a:r>
              <a:rPr b="0" i="0" lang="en-US" sz="3400" u="none" cap="none" strike="noStrike">
                <a:solidFill>
                  <a:schemeClr val="dk1"/>
                </a:solidFill>
                <a:latin typeface="Arial"/>
                <a:ea typeface="Arial"/>
                <a:cs typeface="Arial"/>
                <a:sym typeface="Arial"/>
              </a:rPr>
              <a:t>This will raise a generic '</a:t>
            </a:r>
            <a:r>
              <a:rPr b="1" i="0" lang="en-US" sz="3400" u="none" cap="none" strike="noStrike">
                <a:solidFill>
                  <a:schemeClr val="dk1"/>
                </a:solidFill>
                <a:latin typeface="Arial"/>
                <a:ea typeface="Arial"/>
                <a:cs typeface="Arial"/>
                <a:sym typeface="Arial"/>
              </a:rPr>
              <a:t>Exception</a:t>
            </a:r>
            <a:r>
              <a:rPr b="0" i="0" lang="en-US" sz="3400" u="none" cap="none" strike="noStrike">
                <a:solidFill>
                  <a:schemeClr val="dk1"/>
                </a:solidFill>
                <a:latin typeface="Arial"/>
                <a:ea typeface="Arial"/>
                <a:cs typeface="Arial"/>
                <a:sym typeface="Arial"/>
              </a:rPr>
              <a:t>' without any error message attached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920c104332_3_71"/>
          <p:cNvSpPr txBox="1"/>
          <p:nvPr/>
        </p:nvSpPr>
        <p:spPr>
          <a:xfrm>
            <a:off x="1837655" y="2004689"/>
            <a:ext cx="10382400" cy="2719200"/>
          </a:xfrm>
          <a:prstGeom prst="rect">
            <a:avLst/>
          </a:prstGeom>
          <a:noFill/>
          <a:ln>
            <a:noFill/>
          </a:ln>
        </p:spPr>
        <p:txBody>
          <a:bodyPr anchorCtr="0" anchor="t" bIns="0" lIns="0" spcFirstLastPara="1" rIns="0" wrap="square" tIns="12050">
            <a:spAutoFit/>
          </a:bodyPr>
          <a:lstStyle/>
          <a:p>
            <a:pPr indent="-443228" lvl="0" marL="455293" marR="6844030" rtl="0" algn="l">
              <a:lnSpc>
                <a:spcPct val="116599"/>
              </a:lnSpc>
              <a:spcBef>
                <a:spcPts val="0"/>
              </a:spcBef>
              <a:spcAft>
                <a:spcPts val="0"/>
              </a:spcAft>
              <a:buClr>
                <a:srgbClr val="000000"/>
              </a:buClr>
              <a:buSzPts val="3700"/>
              <a:buFont typeface="Arial"/>
              <a:buNone/>
            </a:pPr>
            <a:r>
              <a:rPr b="1" i="0" lang="en-US" sz="3700" u="none" cap="none" strike="noStrike">
                <a:solidFill>
                  <a:schemeClr val="dk1"/>
                </a:solidFill>
                <a:latin typeface="Arial"/>
                <a:ea typeface="Arial"/>
                <a:cs typeface="Arial"/>
                <a:sym typeface="Arial"/>
              </a:rPr>
              <a:t>def divide(x, y):  if y == 0:</a:t>
            </a:r>
            <a:endParaRPr b="0" i="0" sz="3700" u="none" cap="none" strike="noStrike">
              <a:solidFill>
                <a:schemeClr val="dk1"/>
              </a:solidFill>
              <a:latin typeface="Arial"/>
              <a:ea typeface="Arial"/>
              <a:cs typeface="Arial"/>
              <a:sym typeface="Arial"/>
            </a:endParaRPr>
          </a:p>
          <a:p>
            <a:pPr indent="442593" lvl="0" marL="455293" marR="5080" rtl="0" algn="l">
              <a:lnSpc>
                <a:spcPct val="140000"/>
              </a:lnSpc>
              <a:spcBef>
                <a:spcPts val="95"/>
              </a:spcBef>
              <a:spcAft>
                <a:spcPts val="0"/>
              </a:spcAft>
              <a:buClr>
                <a:srgbClr val="000000"/>
              </a:buClr>
              <a:buSzPts val="3700"/>
              <a:buFont typeface="Arial"/>
              <a:buNone/>
            </a:pPr>
            <a:r>
              <a:rPr b="1" i="0" lang="en-US" sz="3700" u="none" cap="none" strike="noStrike">
                <a:solidFill>
                  <a:schemeClr val="dk1"/>
                </a:solidFill>
                <a:latin typeface="Arial"/>
                <a:ea typeface="Arial"/>
                <a:cs typeface="Arial"/>
                <a:sym typeface="Arial"/>
              </a:rPr>
              <a:t>raise ValueError("Cannot divide by zero")  return x / y</a:t>
            </a:r>
            <a:endParaRPr b="0" i="0" sz="3700" u="none" cap="none" strike="noStrike">
              <a:solidFill>
                <a:schemeClr val="dk1"/>
              </a:solidFill>
              <a:latin typeface="Arial"/>
              <a:ea typeface="Arial"/>
              <a:cs typeface="Arial"/>
              <a:sym typeface="Arial"/>
            </a:endParaRPr>
          </a:p>
        </p:txBody>
      </p:sp>
      <p:sp>
        <p:nvSpPr>
          <p:cNvPr id="133" name="Google Shape;133;g3920c104332_3_71"/>
          <p:cNvSpPr txBox="1"/>
          <p:nvPr/>
        </p:nvSpPr>
        <p:spPr>
          <a:xfrm>
            <a:off x="1837655" y="5384197"/>
            <a:ext cx="822300" cy="5823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700"/>
              <a:buFont typeface="Arial"/>
              <a:buNone/>
            </a:pPr>
            <a:r>
              <a:rPr b="1" i="0" lang="en-US" sz="3700" u="none" cap="none" strike="noStrike">
                <a:solidFill>
                  <a:schemeClr val="dk1"/>
                </a:solidFill>
                <a:latin typeface="Arial"/>
                <a:ea typeface="Arial"/>
                <a:cs typeface="Arial"/>
                <a:sym typeface="Arial"/>
              </a:rPr>
              <a:t>try:</a:t>
            </a:r>
            <a:endParaRPr b="0" i="0" sz="3700" u="none" cap="none" strike="noStrike">
              <a:solidFill>
                <a:schemeClr val="dk1"/>
              </a:solidFill>
              <a:latin typeface="Arial"/>
              <a:ea typeface="Arial"/>
              <a:cs typeface="Arial"/>
              <a:sym typeface="Arial"/>
            </a:endParaRPr>
          </a:p>
        </p:txBody>
      </p:sp>
      <p:sp>
        <p:nvSpPr>
          <p:cNvPr id="134" name="Google Shape;134;g3920c104332_3_71"/>
          <p:cNvSpPr txBox="1"/>
          <p:nvPr/>
        </p:nvSpPr>
        <p:spPr>
          <a:xfrm>
            <a:off x="1837655" y="5948039"/>
            <a:ext cx="5293500" cy="2719200"/>
          </a:xfrm>
          <a:prstGeom prst="rect">
            <a:avLst/>
          </a:prstGeom>
          <a:noFill/>
          <a:ln>
            <a:noFill/>
          </a:ln>
        </p:spPr>
        <p:txBody>
          <a:bodyPr anchorCtr="0" anchor="t" bIns="0" lIns="0" spcFirstLastPara="1" rIns="0" wrap="square" tIns="12050">
            <a:spAutoFit/>
          </a:bodyPr>
          <a:lstStyle/>
          <a:p>
            <a:pPr indent="0" lvl="0" marL="455293" marR="102235" rtl="0" algn="l">
              <a:lnSpc>
                <a:spcPct val="116599"/>
              </a:lnSpc>
              <a:spcBef>
                <a:spcPts val="0"/>
              </a:spcBef>
              <a:spcAft>
                <a:spcPts val="0"/>
              </a:spcAft>
              <a:buClr>
                <a:srgbClr val="000000"/>
              </a:buClr>
              <a:buSzPts val="3700"/>
              <a:buFont typeface="Arial"/>
              <a:buNone/>
            </a:pPr>
            <a:r>
              <a:rPr b="1" i="0" lang="en-US" sz="3700" u="none" cap="none" strike="noStrike">
                <a:solidFill>
                  <a:schemeClr val="dk1"/>
                </a:solidFill>
                <a:latin typeface="Arial"/>
                <a:ea typeface="Arial"/>
                <a:cs typeface="Arial"/>
                <a:sym typeface="Arial"/>
              </a:rPr>
              <a:t>result = divide(10, 0)  print(result)</a:t>
            </a:r>
            <a:endParaRPr b="0" i="0" sz="3700" u="none" cap="none" strike="noStrike">
              <a:solidFill>
                <a:schemeClr val="dk1"/>
              </a:solidFill>
              <a:latin typeface="Arial"/>
              <a:ea typeface="Arial"/>
              <a:cs typeface="Arial"/>
              <a:sym typeface="Arial"/>
            </a:endParaRPr>
          </a:p>
          <a:p>
            <a:pPr indent="-443228" lvl="0" marL="455293" marR="5080" rtl="0" algn="l">
              <a:lnSpc>
                <a:spcPct val="140000"/>
              </a:lnSpc>
              <a:spcBef>
                <a:spcPts val="95"/>
              </a:spcBef>
              <a:spcAft>
                <a:spcPts val="0"/>
              </a:spcAft>
              <a:buClr>
                <a:srgbClr val="000000"/>
              </a:buClr>
              <a:buSzPts val="3700"/>
              <a:buFont typeface="Arial"/>
              <a:buNone/>
            </a:pPr>
            <a:r>
              <a:rPr b="1" i="0" lang="en-US" sz="3700" u="none" cap="none" strike="noStrike">
                <a:solidFill>
                  <a:schemeClr val="dk1"/>
                </a:solidFill>
                <a:latin typeface="Arial"/>
                <a:ea typeface="Arial"/>
                <a:cs typeface="Arial"/>
                <a:sym typeface="Arial"/>
              </a:rPr>
              <a:t>except ValueError as e:  print(e)</a:t>
            </a:r>
            <a:endParaRPr b="0" i="0" sz="3700" u="none" cap="none" strike="noStrike">
              <a:solidFill>
                <a:schemeClr val="dk1"/>
              </a:solidFill>
              <a:latin typeface="Arial"/>
              <a:ea typeface="Arial"/>
              <a:cs typeface="Arial"/>
              <a:sym typeface="Arial"/>
            </a:endParaRPr>
          </a:p>
        </p:txBody>
      </p:sp>
      <p:sp>
        <p:nvSpPr>
          <p:cNvPr id="135" name="Google Shape;135;g3920c104332_3_71"/>
          <p:cNvSpPr txBox="1"/>
          <p:nvPr>
            <p:ph idx="4294967295" type="title"/>
          </p:nvPr>
        </p:nvSpPr>
        <p:spPr>
          <a:xfrm>
            <a:off x="1110952" y="994440"/>
            <a:ext cx="12147900" cy="813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5200"/>
              <a:t>Raising Exception Example</a:t>
            </a:r>
            <a:endParaRPr/>
          </a:p>
        </p:txBody>
      </p:sp>
      <p:sp>
        <p:nvSpPr>
          <p:cNvPr id="136" name="Google Shape;136;g3920c104332_3_71"/>
          <p:cNvSpPr txBox="1"/>
          <p:nvPr/>
        </p:nvSpPr>
        <p:spPr>
          <a:xfrm>
            <a:off x="6194995" y="5113050"/>
            <a:ext cx="11552700" cy="5361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400"/>
              <a:buFont typeface="Arial"/>
              <a:buNone/>
            </a:pPr>
            <a:r>
              <a:rPr b="0" i="0" lang="en-US" sz="3400" u="none" cap="none" strike="noStrike">
                <a:solidFill>
                  <a:srgbClr val="FF3131"/>
                </a:solidFill>
                <a:latin typeface="Arial"/>
                <a:ea typeface="Arial"/>
                <a:cs typeface="Arial"/>
                <a:sym typeface="Arial"/>
              </a:rPr>
              <a:t>#Now try without any message, is there any difference?</a:t>
            </a:r>
            <a:endParaRPr b="0" i="0" sz="34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3920c104332_3_85"/>
          <p:cNvSpPr txBox="1"/>
          <p:nvPr>
            <p:ph idx="4294967295" type="title"/>
          </p:nvPr>
        </p:nvSpPr>
        <p:spPr>
          <a:xfrm>
            <a:off x="1156047" y="994447"/>
            <a:ext cx="4956300" cy="813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5200"/>
              <a:t>Base Exception</a:t>
            </a:r>
            <a:endParaRPr sz="5200"/>
          </a:p>
        </p:txBody>
      </p:sp>
      <p:sp>
        <p:nvSpPr>
          <p:cNvPr id="142" name="Google Shape;142;g3920c104332_3_85"/>
          <p:cNvSpPr txBox="1"/>
          <p:nvPr>
            <p:ph idx="4294967295" type="body"/>
          </p:nvPr>
        </p:nvSpPr>
        <p:spPr>
          <a:xfrm>
            <a:off x="1016367" y="2673981"/>
            <a:ext cx="16255200" cy="4254900"/>
          </a:xfrm>
          <a:prstGeom prst="rect">
            <a:avLst/>
          </a:prstGeom>
          <a:noFill/>
          <a:ln>
            <a:noFill/>
          </a:ln>
        </p:spPr>
        <p:txBody>
          <a:bodyPr anchorCtr="0" anchor="t" bIns="0" lIns="0" spcFirstLastPara="1" rIns="0" wrap="square" tIns="12700">
            <a:spAutoFit/>
          </a:bodyPr>
          <a:lstStyle/>
          <a:p>
            <a:pPr indent="0" lvl="0" marL="829310" marR="5014595" rtl="0" algn="l">
              <a:lnSpc>
                <a:spcPct val="115799"/>
              </a:lnSpc>
              <a:spcBef>
                <a:spcPts val="0"/>
              </a:spcBef>
              <a:spcAft>
                <a:spcPts val="0"/>
              </a:spcAft>
              <a:buSzPts val="1400"/>
              <a:buNone/>
            </a:pPr>
            <a:r>
              <a:rPr lang="en-US">
                <a:latin typeface="Arial"/>
                <a:ea typeface="Arial"/>
                <a:cs typeface="Arial"/>
                <a:sym typeface="Arial"/>
              </a:rPr>
              <a:t>It is the parent class for all built-in exceptions  customize how an exception is raised and handled  Some common methods are as follows:</a:t>
            </a:r>
            <a:endParaRPr/>
          </a:p>
          <a:p>
            <a:pPr indent="0" lvl="0" marL="1562735" marR="1910713" rtl="0" algn="l">
              <a:lnSpc>
                <a:spcPct val="115799"/>
              </a:lnSpc>
              <a:spcBef>
                <a:spcPts val="0"/>
              </a:spcBef>
              <a:spcAft>
                <a:spcPts val="0"/>
              </a:spcAft>
              <a:buSzPts val="1400"/>
              <a:buNone/>
            </a:pPr>
            <a:r>
              <a:rPr b="1" lang="en-US">
                <a:latin typeface="Arial"/>
                <a:ea typeface="Arial"/>
                <a:cs typeface="Arial"/>
                <a:sym typeface="Arial"/>
              </a:rPr>
              <a:t>'__str__(self)'</a:t>
            </a:r>
            <a:r>
              <a:rPr lang="en-US">
                <a:latin typeface="Arial"/>
                <a:ea typeface="Arial"/>
                <a:cs typeface="Arial"/>
                <a:sym typeface="Arial"/>
              </a:rPr>
              <a:t>: returns a string representation of the exception  </a:t>
            </a:r>
            <a:r>
              <a:rPr b="1" lang="en-US">
                <a:latin typeface="Arial"/>
                <a:ea typeface="Arial"/>
                <a:cs typeface="Arial"/>
                <a:sym typeface="Arial"/>
              </a:rPr>
              <a:t>'args'</a:t>
            </a:r>
            <a:r>
              <a:rPr lang="en-US">
                <a:latin typeface="Arial"/>
                <a:ea typeface="Arial"/>
                <a:cs typeface="Arial"/>
                <a:sym typeface="Arial"/>
              </a:rPr>
              <a:t>: returns a tuple of arguments passed to the exception  </a:t>
            </a:r>
            <a:r>
              <a:rPr b="1" lang="en-US">
                <a:latin typeface="Arial"/>
                <a:ea typeface="Arial"/>
                <a:cs typeface="Arial"/>
                <a:sym typeface="Arial"/>
              </a:rPr>
              <a:t>'with_traceback(tb)'</a:t>
            </a:r>
            <a:r>
              <a:rPr lang="en-US">
                <a:latin typeface="Arial"/>
                <a:ea typeface="Arial"/>
                <a:cs typeface="Arial"/>
                <a:sym typeface="Arial"/>
              </a:rPr>
              <a:t>: attaches a traceback to the exception</a:t>
            </a:r>
            <a:endParaRPr/>
          </a:p>
          <a:p>
            <a:pPr indent="0" lvl="0" marL="829310" rtl="0" algn="l">
              <a:lnSpc>
                <a:spcPct val="100000"/>
              </a:lnSpc>
              <a:spcBef>
                <a:spcPts val="645"/>
              </a:spcBef>
              <a:spcAft>
                <a:spcPts val="0"/>
              </a:spcAft>
              <a:buSzPts val="1400"/>
              <a:buNone/>
            </a:pPr>
            <a:r>
              <a:rPr lang="en-US">
                <a:latin typeface="Arial"/>
                <a:ea typeface="Arial"/>
                <a:cs typeface="Arial"/>
                <a:sym typeface="Arial"/>
              </a:rPr>
              <a:t>Can also be used to print an error message and then re-raise the exception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3920c104332_3_62"/>
          <p:cNvSpPr txBox="1"/>
          <p:nvPr>
            <p:ph idx="4294967295" type="title"/>
          </p:nvPr>
        </p:nvSpPr>
        <p:spPr>
          <a:xfrm>
            <a:off x="1153070" y="994441"/>
            <a:ext cx="7866900" cy="813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5200"/>
              <a:t>Base Exception Example</a:t>
            </a:r>
            <a:endParaRPr sz="5200"/>
          </a:p>
        </p:txBody>
      </p:sp>
      <p:sp>
        <p:nvSpPr>
          <p:cNvPr id="148" name="Google Shape;148;g3920c104332_3_62"/>
          <p:cNvSpPr txBox="1"/>
          <p:nvPr/>
        </p:nvSpPr>
        <p:spPr>
          <a:xfrm>
            <a:off x="1421650" y="2100576"/>
            <a:ext cx="6951600" cy="4791900"/>
          </a:xfrm>
          <a:prstGeom prst="rect">
            <a:avLst/>
          </a:prstGeom>
          <a:noFill/>
          <a:ln>
            <a:noFill/>
          </a:ln>
        </p:spPr>
        <p:txBody>
          <a:bodyPr anchorCtr="0" anchor="t" bIns="0" lIns="0" spcFirstLastPara="1" rIns="0" wrap="square" tIns="154300">
            <a:spAutoFit/>
          </a:bodyPr>
          <a:lstStyle/>
          <a:p>
            <a:pPr indent="0" lvl="0" marL="12700" marR="0" rtl="0" algn="l">
              <a:lnSpc>
                <a:spcPct val="100000"/>
              </a:lnSpc>
              <a:spcBef>
                <a:spcPts val="0"/>
              </a:spcBef>
              <a:spcAft>
                <a:spcPts val="0"/>
              </a:spcAft>
              <a:buClr>
                <a:srgbClr val="000000"/>
              </a:buClr>
              <a:buSzPts val="3400"/>
              <a:buFont typeface="Arial"/>
              <a:buNone/>
            </a:pPr>
            <a:r>
              <a:rPr b="0" i="0" lang="en-US" sz="3400" u="none" cap="none" strike="noStrike">
                <a:solidFill>
                  <a:srgbClr val="67B92A"/>
                </a:solidFill>
                <a:latin typeface="Arial"/>
                <a:ea typeface="Arial"/>
                <a:cs typeface="Arial"/>
                <a:sym typeface="Arial"/>
              </a:rPr>
              <a:t>Good Practice !!</a:t>
            </a:r>
            <a:endParaRPr b="0" i="0" sz="3400" u="none" cap="none" strike="noStrike">
              <a:solidFill>
                <a:schemeClr val="dk1"/>
              </a:solidFill>
              <a:latin typeface="Arial"/>
              <a:ea typeface="Arial"/>
              <a:cs typeface="Arial"/>
              <a:sym typeface="Arial"/>
            </a:endParaRPr>
          </a:p>
          <a:p>
            <a:pPr indent="0" lvl="0" marL="64135" marR="0" rtl="0" algn="l">
              <a:lnSpc>
                <a:spcPct val="100000"/>
              </a:lnSpc>
              <a:spcBef>
                <a:spcPts val="1145"/>
              </a:spcBef>
              <a:spcAft>
                <a:spcPts val="0"/>
              </a:spcAft>
              <a:buClr>
                <a:srgbClr val="000000"/>
              </a:buClr>
              <a:buSzPts val="3500"/>
              <a:buFont typeface="Arial"/>
              <a:buNone/>
            </a:pPr>
            <a:r>
              <a:rPr b="1" i="0" lang="en-US" sz="3500" u="none" cap="none" strike="noStrike">
                <a:solidFill>
                  <a:schemeClr val="dk1"/>
                </a:solidFill>
                <a:latin typeface="Arial"/>
                <a:ea typeface="Arial"/>
                <a:cs typeface="Arial"/>
                <a:sym typeface="Arial"/>
              </a:rPr>
              <a:t>try:</a:t>
            </a:r>
            <a:endParaRPr b="0" i="0" sz="3500" u="none" cap="none" strike="noStrike">
              <a:solidFill>
                <a:schemeClr val="dk1"/>
              </a:solidFill>
              <a:latin typeface="Arial"/>
              <a:ea typeface="Arial"/>
              <a:cs typeface="Arial"/>
              <a:sym typeface="Arial"/>
            </a:endParaRPr>
          </a:p>
          <a:p>
            <a:pPr indent="0" lvl="0" marL="483233" marR="1994535" rtl="0" algn="l">
              <a:lnSpc>
                <a:spcPct val="139428"/>
              </a:lnSpc>
              <a:spcBef>
                <a:spcPts val="270"/>
              </a:spcBef>
              <a:spcAft>
                <a:spcPts val="0"/>
              </a:spcAft>
              <a:buClr>
                <a:srgbClr val="000000"/>
              </a:buClr>
              <a:buSzPts val="3500"/>
              <a:buFont typeface="Arial"/>
              <a:buNone/>
            </a:pPr>
            <a:r>
              <a:rPr b="1" i="0" lang="en-US" sz="3500" u="none" cap="none" strike="noStrike">
                <a:solidFill>
                  <a:schemeClr val="dk1"/>
                </a:solidFill>
                <a:latin typeface="Arial"/>
                <a:ea typeface="Arial"/>
                <a:cs typeface="Arial"/>
                <a:sym typeface="Arial"/>
              </a:rPr>
              <a:t>f = open('myfile.txt')  s = f.readline()</a:t>
            </a:r>
            <a:endParaRPr b="0" i="0" sz="3500" u="none" cap="none" strike="noStrike">
              <a:solidFill>
                <a:schemeClr val="dk1"/>
              </a:solidFill>
              <a:latin typeface="Arial"/>
              <a:ea typeface="Arial"/>
              <a:cs typeface="Arial"/>
              <a:sym typeface="Arial"/>
            </a:endParaRPr>
          </a:p>
          <a:p>
            <a:pPr indent="0" lvl="0" marL="483233" marR="0" rtl="0" algn="l">
              <a:lnSpc>
                <a:spcPct val="100000"/>
              </a:lnSpc>
              <a:spcBef>
                <a:spcPts val="395"/>
              </a:spcBef>
              <a:spcAft>
                <a:spcPts val="0"/>
              </a:spcAft>
              <a:buClr>
                <a:srgbClr val="000000"/>
              </a:buClr>
              <a:buSzPts val="3500"/>
              <a:buFont typeface="Arial"/>
              <a:buNone/>
            </a:pPr>
            <a:r>
              <a:rPr b="1" i="0" lang="en-US" sz="3500" u="none" cap="none" strike="noStrike">
                <a:solidFill>
                  <a:schemeClr val="dk1"/>
                </a:solidFill>
                <a:latin typeface="Arial"/>
                <a:ea typeface="Arial"/>
                <a:cs typeface="Arial"/>
                <a:sym typeface="Arial"/>
              </a:rPr>
              <a:t>i = int(s.strip())</a:t>
            </a:r>
            <a:endParaRPr b="0" i="0" sz="3500" u="none" cap="none" strike="noStrike">
              <a:solidFill>
                <a:schemeClr val="dk1"/>
              </a:solidFill>
              <a:latin typeface="Arial"/>
              <a:ea typeface="Arial"/>
              <a:cs typeface="Arial"/>
              <a:sym typeface="Arial"/>
            </a:endParaRPr>
          </a:p>
          <a:p>
            <a:pPr indent="-419100" lvl="0" marL="483233" marR="5080" rtl="0" algn="l">
              <a:lnSpc>
                <a:spcPct val="139428"/>
              </a:lnSpc>
              <a:spcBef>
                <a:spcPts val="85"/>
              </a:spcBef>
              <a:spcAft>
                <a:spcPts val="0"/>
              </a:spcAft>
              <a:buClr>
                <a:srgbClr val="000000"/>
              </a:buClr>
              <a:buSzPts val="3500"/>
              <a:buFont typeface="Arial"/>
              <a:buNone/>
            </a:pPr>
            <a:r>
              <a:rPr b="1" i="0" lang="en-US" sz="3500" u="none" cap="none" strike="noStrike">
                <a:solidFill>
                  <a:schemeClr val="dk1"/>
                </a:solidFill>
                <a:latin typeface="Arial"/>
                <a:ea typeface="Arial"/>
                <a:cs typeface="Arial"/>
                <a:sym typeface="Arial"/>
              </a:rPr>
              <a:t>except BaseException as err:  print("Error: {0}".format(err))</a:t>
            </a:r>
            <a:endParaRPr b="0" i="0" sz="3500" u="none" cap="none" strike="noStrike">
              <a:solidFill>
                <a:schemeClr val="dk1"/>
              </a:solidFill>
              <a:latin typeface="Arial"/>
              <a:ea typeface="Arial"/>
              <a:cs typeface="Arial"/>
              <a:sym typeface="Arial"/>
            </a:endParaRPr>
          </a:p>
        </p:txBody>
      </p:sp>
      <p:sp>
        <p:nvSpPr>
          <p:cNvPr id="149" name="Google Shape;149;g3920c104332_3_62"/>
          <p:cNvSpPr txBox="1"/>
          <p:nvPr/>
        </p:nvSpPr>
        <p:spPr>
          <a:xfrm>
            <a:off x="10301950" y="2242226"/>
            <a:ext cx="6481500" cy="48816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400"/>
              <a:buFont typeface="Arial"/>
              <a:buNone/>
            </a:pPr>
            <a:r>
              <a:rPr b="0" i="0" lang="en-US" sz="3400" u="none" cap="none" strike="noStrike">
                <a:solidFill>
                  <a:srgbClr val="FF3131"/>
                </a:solidFill>
                <a:latin typeface="Verdana"/>
                <a:ea typeface="Verdana"/>
                <a:cs typeface="Verdana"/>
                <a:sym typeface="Verdana"/>
              </a:rPr>
              <a:t>Very bad idea !!</a:t>
            </a:r>
            <a:endParaRPr b="0" i="0" sz="3400" u="none" cap="none" strike="noStrike">
              <a:solidFill>
                <a:schemeClr val="dk1"/>
              </a:solidFill>
              <a:latin typeface="Verdana"/>
              <a:ea typeface="Verdana"/>
              <a:cs typeface="Verdana"/>
              <a:sym typeface="Verdana"/>
            </a:endParaRPr>
          </a:p>
          <a:p>
            <a:pPr indent="0" lvl="0" marL="12700" marR="0" rtl="0" algn="l">
              <a:lnSpc>
                <a:spcPct val="100000"/>
              </a:lnSpc>
              <a:spcBef>
                <a:spcPts val="2955"/>
              </a:spcBef>
              <a:spcAft>
                <a:spcPts val="0"/>
              </a:spcAft>
              <a:buClr>
                <a:srgbClr val="000000"/>
              </a:buClr>
              <a:buSzPts val="3500"/>
              <a:buFont typeface="Arial"/>
              <a:buNone/>
            </a:pPr>
            <a:r>
              <a:rPr b="1" i="0" lang="en-US" sz="3500" u="none" cap="none" strike="noStrike">
                <a:solidFill>
                  <a:schemeClr val="dk1"/>
                </a:solidFill>
                <a:latin typeface="Arial"/>
                <a:ea typeface="Arial"/>
                <a:cs typeface="Arial"/>
                <a:sym typeface="Arial"/>
              </a:rPr>
              <a:t>try:</a:t>
            </a:r>
            <a:endParaRPr b="0" i="0" sz="3500" u="none" cap="none" strike="noStrike">
              <a:solidFill>
                <a:schemeClr val="dk1"/>
              </a:solidFill>
              <a:latin typeface="Arial"/>
              <a:ea typeface="Arial"/>
              <a:cs typeface="Arial"/>
              <a:sym typeface="Arial"/>
            </a:endParaRPr>
          </a:p>
          <a:p>
            <a:pPr indent="0" lvl="0" marL="431165" marR="1447165" rtl="0" algn="l">
              <a:lnSpc>
                <a:spcPct val="139428"/>
              </a:lnSpc>
              <a:spcBef>
                <a:spcPts val="270"/>
              </a:spcBef>
              <a:spcAft>
                <a:spcPts val="0"/>
              </a:spcAft>
              <a:buClr>
                <a:srgbClr val="000000"/>
              </a:buClr>
              <a:buSzPts val="3500"/>
              <a:buFont typeface="Arial"/>
              <a:buNone/>
            </a:pPr>
            <a:r>
              <a:rPr b="1" i="0" lang="en-US" sz="3500" u="none" cap="none" strike="noStrike">
                <a:solidFill>
                  <a:schemeClr val="dk1"/>
                </a:solidFill>
                <a:latin typeface="Arial"/>
                <a:ea typeface="Arial"/>
                <a:cs typeface="Arial"/>
                <a:sym typeface="Arial"/>
              </a:rPr>
              <a:t>f = open('myfile.txt')  s = f.readline()</a:t>
            </a:r>
            <a:endParaRPr b="0" i="0" sz="3500" u="none" cap="none" strike="noStrike">
              <a:solidFill>
                <a:schemeClr val="dk1"/>
              </a:solidFill>
              <a:latin typeface="Arial"/>
              <a:ea typeface="Arial"/>
              <a:cs typeface="Arial"/>
              <a:sym typeface="Arial"/>
            </a:endParaRPr>
          </a:p>
          <a:p>
            <a:pPr indent="0" lvl="0" marL="431165" marR="0" rtl="0" algn="l">
              <a:lnSpc>
                <a:spcPct val="100000"/>
              </a:lnSpc>
              <a:spcBef>
                <a:spcPts val="395"/>
              </a:spcBef>
              <a:spcAft>
                <a:spcPts val="0"/>
              </a:spcAft>
              <a:buClr>
                <a:srgbClr val="000000"/>
              </a:buClr>
              <a:buSzPts val="3500"/>
              <a:buFont typeface="Arial"/>
              <a:buNone/>
            </a:pPr>
            <a:r>
              <a:rPr b="1" i="0" lang="en-US" sz="3500" u="none" cap="none" strike="noStrike">
                <a:solidFill>
                  <a:schemeClr val="dk1"/>
                </a:solidFill>
                <a:latin typeface="Arial"/>
                <a:ea typeface="Arial"/>
                <a:cs typeface="Arial"/>
                <a:sym typeface="Arial"/>
              </a:rPr>
              <a:t>i = int(s.strip())</a:t>
            </a:r>
            <a:endParaRPr b="0" i="0" sz="3500" u="none" cap="none" strike="noStrike">
              <a:solidFill>
                <a:schemeClr val="dk1"/>
              </a:solidFill>
              <a:latin typeface="Arial"/>
              <a:ea typeface="Arial"/>
              <a:cs typeface="Arial"/>
              <a:sym typeface="Arial"/>
            </a:endParaRPr>
          </a:p>
          <a:p>
            <a:pPr indent="-419100" lvl="0" marL="431165" marR="5080" rtl="0" algn="l">
              <a:lnSpc>
                <a:spcPct val="139428"/>
              </a:lnSpc>
              <a:spcBef>
                <a:spcPts val="90"/>
              </a:spcBef>
              <a:spcAft>
                <a:spcPts val="0"/>
              </a:spcAft>
              <a:buClr>
                <a:srgbClr val="000000"/>
              </a:buClr>
              <a:buSzPts val="3500"/>
              <a:buFont typeface="Arial"/>
              <a:buNone/>
            </a:pPr>
            <a:r>
              <a:rPr b="1" i="0" lang="en-US" sz="3500" u="none" cap="none" strike="noStrike">
                <a:solidFill>
                  <a:schemeClr val="dk1"/>
                </a:solidFill>
                <a:latin typeface="Arial"/>
                <a:ea typeface="Arial"/>
                <a:cs typeface="Arial"/>
                <a:sym typeface="Arial"/>
              </a:rPr>
              <a:t>except BaseException as err:  pass</a:t>
            </a:r>
            <a:endParaRPr b="0" i="0" sz="3500" u="none" cap="none" strike="noStrike">
              <a:solidFill>
                <a:schemeClr val="dk1"/>
              </a:solidFill>
              <a:latin typeface="Arial"/>
              <a:ea typeface="Arial"/>
              <a:cs typeface="Arial"/>
              <a:sym typeface="Arial"/>
            </a:endParaRPr>
          </a:p>
        </p:txBody>
      </p:sp>
      <p:sp>
        <p:nvSpPr>
          <p:cNvPr id="150" name="Google Shape;150;g3920c104332_3_62"/>
          <p:cNvSpPr txBox="1"/>
          <p:nvPr/>
        </p:nvSpPr>
        <p:spPr>
          <a:xfrm>
            <a:off x="1421650" y="7868325"/>
            <a:ext cx="15668400" cy="1586400"/>
          </a:xfrm>
          <a:prstGeom prst="rect">
            <a:avLst/>
          </a:prstGeom>
          <a:noFill/>
          <a:ln>
            <a:noFill/>
          </a:ln>
        </p:spPr>
        <p:txBody>
          <a:bodyPr anchorCtr="0" anchor="t" bIns="0" lIns="0" spcFirstLastPara="1" rIns="0" wrap="square" tIns="12700">
            <a:spAutoFit/>
          </a:bodyPr>
          <a:lstStyle/>
          <a:p>
            <a:pPr indent="0" lvl="0" marL="12700" marR="5080" rtl="0" algn="l">
              <a:lnSpc>
                <a:spcPct val="114900"/>
              </a:lnSpc>
              <a:spcBef>
                <a:spcPts val="0"/>
              </a:spcBef>
              <a:spcAft>
                <a:spcPts val="0"/>
              </a:spcAft>
              <a:buClr>
                <a:srgbClr val="000000"/>
              </a:buClr>
              <a:buSzPts val="3100"/>
              <a:buFont typeface="Arial"/>
              <a:buNone/>
            </a:pPr>
            <a:r>
              <a:rPr b="1" i="0" lang="en-US" sz="3100" u="none" cap="none" strike="noStrike">
                <a:solidFill>
                  <a:srgbClr val="FF3131"/>
                </a:solidFill>
                <a:latin typeface="Arial"/>
                <a:ea typeface="Arial"/>
                <a:cs typeface="Arial"/>
                <a:sym typeface="Arial"/>
              </a:rPr>
              <a:t>All exceptions inherit from BaseException, and so it can be used to serve as a  wildcard.	Use this with extreme caution, since it is easy to mask a real programming error in this way!</a:t>
            </a:r>
            <a:endParaRPr b="0" i="0" sz="31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920c104332_3_48"/>
          <p:cNvSpPr txBox="1"/>
          <p:nvPr>
            <p:ph idx="4294967295" type="title"/>
          </p:nvPr>
        </p:nvSpPr>
        <p:spPr>
          <a:xfrm>
            <a:off x="1120775" y="994450"/>
            <a:ext cx="10317600" cy="813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5200"/>
              <a:t>No Exceptions Occurred</a:t>
            </a:r>
            <a:endParaRPr sz="5200"/>
          </a:p>
        </p:txBody>
      </p:sp>
      <p:sp>
        <p:nvSpPr>
          <p:cNvPr id="156" name="Google Shape;156;g3920c104332_3_48"/>
          <p:cNvSpPr txBox="1"/>
          <p:nvPr/>
        </p:nvSpPr>
        <p:spPr>
          <a:xfrm>
            <a:off x="1644957" y="1945071"/>
            <a:ext cx="13950900" cy="4524000"/>
          </a:xfrm>
          <a:prstGeom prst="rect">
            <a:avLst/>
          </a:prstGeom>
          <a:noFill/>
          <a:ln>
            <a:noFill/>
          </a:ln>
        </p:spPr>
        <p:txBody>
          <a:bodyPr anchorCtr="0" anchor="t" bIns="0" lIns="0" spcFirstLastPara="1" rIns="0" wrap="square" tIns="12700">
            <a:spAutoFit/>
          </a:bodyPr>
          <a:lstStyle/>
          <a:p>
            <a:pPr indent="-431165" lvl="0" marL="443230" marR="6325870" rtl="0" algn="l">
              <a:lnSpc>
                <a:spcPct val="116300"/>
              </a:lnSpc>
              <a:spcBef>
                <a:spcPts val="0"/>
              </a:spcBef>
              <a:spcAft>
                <a:spcPts val="0"/>
              </a:spcAft>
              <a:buClr>
                <a:srgbClr val="000000"/>
              </a:buClr>
              <a:buSzPts val="3600"/>
              <a:buFont typeface="Arial"/>
              <a:buNone/>
            </a:pPr>
            <a:r>
              <a:rPr b="1" i="0" lang="en-US" sz="3600" u="none" cap="none" strike="noStrike">
                <a:solidFill>
                  <a:schemeClr val="dk1"/>
                </a:solidFill>
                <a:latin typeface="Arial"/>
                <a:ea typeface="Arial"/>
                <a:cs typeface="Arial"/>
                <a:sym typeface="Arial"/>
              </a:rPr>
              <a:t>def divide_numbers(num1, num2):  try:</a:t>
            </a:r>
            <a:endParaRPr b="0" i="0" sz="3600" u="none" cap="none" strike="noStrike">
              <a:solidFill>
                <a:schemeClr val="dk1"/>
              </a:solidFill>
              <a:latin typeface="Arial"/>
              <a:ea typeface="Arial"/>
              <a:cs typeface="Arial"/>
              <a:sym typeface="Arial"/>
            </a:endParaRPr>
          </a:p>
          <a:p>
            <a:pPr indent="430530" lvl="0" marL="443230" marR="7781925" rtl="0" algn="l">
              <a:lnSpc>
                <a:spcPct val="116300"/>
              </a:lnSpc>
              <a:spcBef>
                <a:spcPts val="0"/>
              </a:spcBef>
              <a:spcAft>
                <a:spcPts val="0"/>
              </a:spcAft>
              <a:buClr>
                <a:srgbClr val="000000"/>
              </a:buClr>
              <a:buSzPts val="3600"/>
              <a:buFont typeface="Arial"/>
              <a:buNone/>
            </a:pPr>
            <a:r>
              <a:rPr b="1" i="0" lang="en-US" sz="3600" u="none" cap="none" strike="noStrike">
                <a:solidFill>
                  <a:schemeClr val="dk1"/>
                </a:solidFill>
                <a:latin typeface="Arial"/>
                <a:ea typeface="Arial"/>
                <a:cs typeface="Arial"/>
                <a:sym typeface="Arial"/>
              </a:rPr>
              <a:t>result = num1 / num2  except ZeroDivisionError:</a:t>
            </a:r>
            <a:endParaRPr b="0" i="0" sz="3600" u="none" cap="none" strike="noStrike">
              <a:solidFill>
                <a:schemeClr val="dk1"/>
              </a:solidFill>
              <a:latin typeface="Arial"/>
              <a:ea typeface="Arial"/>
              <a:cs typeface="Arial"/>
              <a:sym typeface="Arial"/>
            </a:endParaRPr>
          </a:p>
          <a:p>
            <a:pPr indent="430530" lvl="0" marL="443230" marR="5038090" rtl="0" algn="l">
              <a:lnSpc>
                <a:spcPct val="116300"/>
              </a:lnSpc>
              <a:spcBef>
                <a:spcPts val="0"/>
              </a:spcBef>
              <a:spcAft>
                <a:spcPts val="0"/>
              </a:spcAft>
              <a:buClr>
                <a:srgbClr val="000000"/>
              </a:buClr>
              <a:buSzPts val="3600"/>
              <a:buFont typeface="Arial"/>
              <a:buNone/>
            </a:pPr>
            <a:r>
              <a:rPr b="1" i="0" lang="en-US" sz="3600" u="none" cap="none" strike="noStrike">
                <a:solidFill>
                  <a:schemeClr val="dk1"/>
                </a:solidFill>
                <a:latin typeface="Arial"/>
                <a:ea typeface="Arial"/>
                <a:cs typeface="Arial"/>
                <a:sym typeface="Arial"/>
              </a:rPr>
              <a:t>print("Error: cannot divide by zero")  else:</a:t>
            </a:r>
            <a:endParaRPr b="0" i="0" sz="3600" u="none" cap="none" strike="noStrike">
              <a:solidFill>
                <a:schemeClr val="dk1"/>
              </a:solidFill>
              <a:latin typeface="Arial"/>
              <a:ea typeface="Arial"/>
              <a:cs typeface="Arial"/>
              <a:sym typeface="Arial"/>
            </a:endParaRPr>
          </a:p>
          <a:p>
            <a:pPr indent="0" lvl="0" marL="874393" marR="0" rtl="0" algn="l">
              <a:lnSpc>
                <a:spcPct val="100000"/>
              </a:lnSpc>
              <a:spcBef>
                <a:spcPts val="705"/>
              </a:spcBef>
              <a:spcAft>
                <a:spcPts val="0"/>
              </a:spcAft>
              <a:buClr>
                <a:srgbClr val="000000"/>
              </a:buClr>
              <a:buSzPts val="3600"/>
              <a:buFont typeface="Arial"/>
              <a:buNone/>
            </a:pPr>
            <a:r>
              <a:rPr b="1" i="0" lang="en-US" sz="3600" u="none" cap="none" strike="noStrike">
                <a:solidFill>
                  <a:schemeClr val="dk1"/>
                </a:solidFill>
                <a:latin typeface="Arial"/>
                <a:ea typeface="Arial"/>
                <a:cs typeface="Arial"/>
                <a:sym typeface="Arial"/>
              </a:rPr>
              <a:t>print(f"The result of dividing {num1} by {num2} is {result}")</a:t>
            </a:r>
            <a:endParaRPr b="0" i="0" sz="3600" u="none" cap="none" strike="noStrike">
              <a:solidFill>
                <a:schemeClr val="dk1"/>
              </a:solidFill>
              <a:latin typeface="Arial"/>
              <a:ea typeface="Arial"/>
              <a:cs typeface="Arial"/>
              <a:sym typeface="Arial"/>
            </a:endParaRPr>
          </a:p>
        </p:txBody>
      </p:sp>
      <p:sp>
        <p:nvSpPr>
          <p:cNvPr id="157" name="Google Shape;157;g3920c104332_3_48"/>
          <p:cNvSpPr txBox="1"/>
          <p:nvPr/>
        </p:nvSpPr>
        <p:spPr>
          <a:xfrm>
            <a:off x="1644957" y="6966030"/>
            <a:ext cx="7306200" cy="2599800"/>
          </a:xfrm>
          <a:prstGeom prst="rect">
            <a:avLst/>
          </a:prstGeom>
          <a:noFill/>
          <a:ln>
            <a:noFill/>
          </a:ln>
        </p:spPr>
        <p:txBody>
          <a:bodyPr anchorCtr="0" anchor="t" bIns="0" lIns="0" spcFirstLastPara="1" rIns="0" wrap="square" tIns="12700">
            <a:spAutoFit/>
          </a:bodyPr>
          <a:lstStyle/>
          <a:p>
            <a:pPr indent="0" lvl="0" marL="12700" marR="2607310" rtl="0" algn="l">
              <a:lnSpc>
                <a:spcPct val="115799"/>
              </a:lnSpc>
              <a:spcBef>
                <a:spcPts val="0"/>
              </a:spcBef>
              <a:spcAft>
                <a:spcPts val="0"/>
              </a:spcAft>
              <a:buClr>
                <a:srgbClr val="000000"/>
              </a:buClr>
              <a:buSzPts val="3400"/>
              <a:buFont typeface="Arial"/>
              <a:buNone/>
            </a:pPr>
            <a:r>
              <a:rPr b="1" i="0" lang="en-US" sz="3400" u="none" cap="none" strike="noStrike">
                <a:solidFill>
                  <a:srgbClr val="5D17EB"/>
                </a:solidFill>
                <a:latin typeface="Arial"/>
                <a:ea typeface="Arial"/>
                <a:cs typeface="Arial"/>
                <a:sym typeface="Arial"/>
              </a:rPr>
              <a:t>#function call  </a:t>
            </a:r>
            <a:r>
              <a:rPr b="1" i="0" lang="en-US" sz="3400" u="none" cap="none" strike="noStrike">
                <a:solidFill>
                  <a:schemeClr val="dk1"/>
                </a:solidFill>
                <a:latin typeface="Arial"/>
                <a:ea typeface="Arial"/>
                <a:cs typeface="Arial"/>
                <a:sym typeface="Arial"/>
              </a:rPr>
              <a:t>divide_numbers(10, 2)</a:t>
            </a:r>
            <a:endParaRPr b="0" i="0" sz="3400" u="none" cap="none" strike="noStrike">
              <a:solidFill>
                <a:schemeClr val="dk1"/>
              </a:solidFill>
              <a:latin typeface="Arial"/>
              <a:ea typeface="Arial"/>
              <a:cs typeface="Arial"/>
              <a:sym typeface="Arial"/>
            </a:endParaRPr>
          </a:p>
          <a:p>
            <a:pPr indent="0" lvl="0" marL="12700" marR="0" rtl="0" algn="l">
              <a:lnSpc>
                <a:spcPct val="100000"/>
              </a:lnSpc>
              <a:spcBef>
                <a:spcPts val="1914"/>
              </a:spcBef>
              <a:spcAft>
                <a:spcPts val="0"/>
              </a:spcAft>
              <a:buClr>
                <a:srgbClr val="000000"/>
              </a:buClr>
              <a:buSzPts val="3400"/>
              <a:buFont typeface="Arial"/>
              <a:buNone/>
            </a:pPr>
            <a:r>
              <a:rPr b="1" i="0" lang="en-US" sz="3400" u="none" cap="none" strike="noStrike">
                <a:solidFill>
                  <a:srgbClr val="5D17EB"/>
                </a:solidFill>
                <a:latin typeface="Arial"/>
                <a:ea typeface="Arial"/>
                <a:cs typeface="Arial"/>
                <a:sym typeface="Arial"/>
              </a:rPr>
              <a:t>#Output</a:t>
            </a:r>
            <a:endParaRPr b="0" i="0" sz="3400" u="none" cap="none" strike="noStrike">
              <a:solidFill>
                <a:schemeClr val="dk1"/>
              </a:solidFill>
              <a:latin typeface="Arial"/>
              <a:ea typeface="Arial"/>
              <a:cs typeface="Arial"/>
              <a:sym typeface="Arial"/>
            </a:endParaRPr>
          </a:p>
          <a:p>
            <a:pPr indent="0" lvl="0" marL="12700" marR="0" rtl="0" algn="l">
              <a:lnSpc>
                <a:spcPct val="100000"/>
              </a:lnSpc>
              <a:spcBef>
                <a:spcPts val="645"/>
              </a:spcBef>
              <a:spcAft>
                <a:spcPts val="0"/>
              </a:spcAft>
              <a:buClr>
                <a:srgbClr val="000000"/>
              </a:buClr>
              <a:buSzPts val="3400"/>
              <a:buFont typeface="Arial"/>
              <a:buNone/>
            </a:pPr>
            <a:r>
              <a:rPr b="1" i="0" lang="en-US" sz="3400" u="none" cap="none" strike="noStrike">
                <a:solidFill>
                  <a:schemeClr val="dk1"/>
                </a:solidFill>
                <a:latin typeface="Arial"/>
                <a:ea typeface="Arial"/>
                <a:cs typeface="Arial"/>
                <a:sym typeface="Arial"/>
              </a:rPr>
              <a:t>The result of dividing 10 by 2 is 5.0</a:t>
            </a:r>
            <a:endParaRPr b="0" i="0" sz="3400" u="none" cap="none" strike="noStrike">
              <a:solidFill>
                <a:schemeClr val="dk1"/>
              </a:solidFill>
              <a:latin typeface="Arial"/>
              <a:ea typeface="Arial"/>
              <a:cs typeface="Arial"/>
              <a:sym typeface="Arial"/>
            </a:endParaRPr>
          </a:p>
        </p:txBody>
      </p:sp>
      <p:sp>
        <p:nvSpPr>
          <p:cNvPr id="158" name="Google Shape;158;g3920c104332_3_48"/>
          <p:cNvSpPr txBox="1"/>
          <p:nvPr/>
        </p:nvSpPr>
        <p:spPr>
          <a:xfrm>
            <a:off x="10776435" y="6966030"/>
            <a:ext cx="5866800" cy="2599800"/>
          </a:xfrm>
          <a:prstGeom prst="rect">
            <a:avLst/>
          </a:prstGeom>
          <a:noFill/>
          <a:ln>
            <a:noFill/>
          </a:ln>
        </p:spPr>
        <p:txBody>
          <a:bodyPr anchorCtr="0" anchor="t" bIns="0" lIns="0" spcFirstLastPara="1" rIns="0" wrap="square" tIns="12700">
            <a:spAutoFit/>
          </a:bodyPr>
          <a:lstStyle/>
          <a:p>
            <a:pPr indent="0" lvl="0" marL="12700" marR="1106805" rtl="0" algn="l">
              <a:lnSpc>
                <a:spcPct val="115799"/>
              </a:lnSpc>
              <a:spcBef>
                <a:spcPts val="0"/>
              </a:spcBef>
              <a:spcAft>
                <a:spcPts val="0"/>
              </a:spcAft>
              <a:buClr>
                <a:srgbClr val="000000"/>
              </a:buClr>
              <a:buSzPts val="3400"/>
              <a:buFont typeface="Arial"/>
              <a:buNone/>
            </a:pPr>
            <a:r>
              <a:rPr b="1" i="0" lang="en-US" sz="3400" u="none" cap="none" strike="noStrike">
                <a:solidFill>
                  <a:srgbClr val="5D17EB"/>
                </a:solidFill>
                <a:latin typeface="Arial"/>
                <a:ea typeface="Arial"/>
                <a:cs typeface="Arial"/>
                <a:sym typeface="Arial"/>
              </a:rPr>
              <a:t>#function call  </a:t>
            </a:r>
            <a:r>
              <a:rPr b="1" i="0" lang="en-US" sz="3400" u="none" cap="none" strike="noStrike">
                <a:solidFill>
                  <a:schemeClr val="dk1"/>
                </a:solidFill>
                <a:latin typeface="Arial"/>
                <a:ea typeface="Arial"/>
                <a:cs typeface="Arial"/>
                <a:sym typeface="Arial"/>
              </a:rPr>
              <a:t>divide_numbers(10, 0)</a:t>
            </a:r>
            <a:endParaRPr b="0" i="0" sz="3400" u="none" cap="none" strike="noStrike">
              <a:solidFill>
                <a:schemeClr val="dk1"/>
              </a:solidFill>
              <a:latin typeface="Arial"/>
              <a:ea typeface="Arial"/>
              <a:cs typeface="Arial"/>
              <a:sym typeface="Arial"/>
            </a:endParaRPr>
          </a:p>
          <a:p>
            <a:pPr indent="0" lvl="0" marL="12700" marR="0" rtl="0" algn="l">
              <a:lnSpc>
                <a:spcPct val="100000"/>
              </a:lnSpc>
              <a:spcBef>
                <a:spcPts val="1914"/>
              </a:spcBef>
              <a:spcAft>
                <a:spcPts val="0"/>
              </a:spcAft>
              <a:buClr>
                <a:srgbClr val="000000"/>
              </a:buClr>
              <a:buSzPts val="3400"/>
              <a:buFont typeface="Arial"/>
              <a:buNone/>
            </a:pPr>
            <a:r>
              <a:rPr b="1" i="0" lang="en-US" sz="3400" u="none" cap="none" strike="noStrike">
                <a:solidFill>
                  <a:srgbClr val="5D17EB"/>
                </a:solidFill>
                <a:latin typeface="Arial"/>
                <a:ea typeface="Arial"/>
                <a:cs typeface="Arial"/>
                <a:sym typeface="Arial"/>
              </a:rPr>
              <a:t>#Output</a:t>
            </a:r>
            <a:endParaRPr b="0" i="0" sz="3400" u="none" cap="none" strike="noStrike">
              <a:solidFill>
                <a:schemeClr val="dk1"/>
              </a:solidFill>
              <a:latin typeface="Arial"/>
              <a:ea typeface="Arial"/>
              <a:cs typeface="Arial"/>
              <a:sym typeface="Arial"/>
            </a:endParaRPr>
          </a:p>
          <a:p>
            <a:pPr indent="0" lvl="0" marL="12700" marR="0" rtl="0" algn="l">
              <a:lnSpc>
                <a:spcPct val="100000"/>
              </a:lnSpc>
              <a:spcBef>
                <a:spcPts val="645"/>
              </a:spcBef>
              <a:spcAft>
                <a:spcPts val="0"/>
              </a:spcAft>
              <a:buClr>
                <a:srgbClr val="000000"/>
              </a:buClr>
              <a:buSzPts val="3400"/>
              <a:buFont typeface="Arial"/>
              <a:buNone/>
            </a:pPr>
            <a:r>
              <a:rPr b="1" i="0" lang="en-US" sz="3400" u="none" cap="none" strike="noStrike">
                <a:solidFill>
                  <a:schemeClr val="dk1"/>
                </a:solidFill>
                <a:latin typeface="Arial"/>
                <a:ea typeface="Arial"/>
                <a:cs typeface="Arial"/>
                <a:sym typeface="Arial"/>
              </a:rPr>
              <a:t>Error: cannot divide by zero</a:t>
            </a:r>
            <a:endParaRPr b="0" i="0" sz="34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920c104332_3_43"/>
          <p:cNvSpPr txBox="1"/>
          <p:nvPr>
            <p:ph idx="4294967295" type="title"/>
          </p:nvPr>
        </p:nvSpPr>
        <p:spPr>
          <a:xfrm>
            <a:off x="1120775" y="994450"/>
            <a:ext cx="10317600" cy="813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5200"/>
              <a:t>Exercises</a:t>
            </a:r>
            <a:endParaRPr sz="5200"/>
          </a:p>
        </p:txBody>
      </p:sp>
      <p:sp>
        <p:nvSpPr>
          <p:cNvPr id="164" name="Google Shape;164;g3920c104332_3_43"/>
          <p:cNvSpPr txBox="1"/>
          <p:nvPr>
            <p:ph idx="4294967295" type="body"/>
          </p:nvPr>
        </p:nvSpPr>
        <p:spPr>
          <a:xfrm>
            <a:off x="1016367" y="2673981"/>
            <a:ext cx="16255200" cy="4076400"/>
          </a:xfrm>
          <a:prstGeom prst="rect">
            <a:avLst/>
          </a:prstGeom>
          <a:noFill/>
          <a:ln>
            <a:noFill/>
          </a:ln>
        </p:spPr>
        <p:txBody>
          <a:bodyPr anchorCtr="0" anchor="t" bIns="0" lIns="0" spcFirstLastPara="1" rIns="0" wrap="square" tIns="12700">
            <a:spAutoFit/>
          </a:bodyPr>
          <a:lstStyle/>
          <a:p>
            <a:pPr indent="-438150" lvl="0" marL="914400" rtl="0" algn="l">
              <a:lnSpc>
                <a:spcPct val="100000"/>
              </a:lnSpc>
              <a:spcBef>
                <a:spcPts val="645"/>
              </a:spcBef>
              <a:spcAft>
                <a:spcPts val="0"/>
              </a:spcAft>
              <a:buSzPts val="3300"/>
              <a:buChar char="●"/>
            </a:pPr>
            <a:r>
              <a:rPr lang="en-US" sz="3300">
                <a:latin typeface="Arial"/>
                <a:ea typeface="Arial"/>
                <a:cs typeface="Arial"/>
                <a:sym typeface="Arial"/>
              </a:rPr>
              <a:t>Write a Python program to ask the user for 2 numbers. Then print out the result of the first number divided by the second number. Handle the 'ZeroDivisionError' exception to give a meaningful output. </a:t>
            </a:r>
            <a:endParaRPr sz="3300">
              <a:latin typeface="Arial"/>
              <a:ea typeface="Arial"/>
              <a:cs typeface="Arial"/>
              <a:sym typeface="Arial"/>
            </a:endParaRPr>
          </a:p>
          <a:p>
            <a:pPr indent="-438150" lvl="0" marL="914400" rtl="0" algn="l">
              <a:lnSpc>
                <a:spcPct val="100000"/>
              </a:lnSpc>
              <a:spcBef>
                <a:spcPts val="0"/>
              </a:spcBef>
              <a:spcAft>
                <a:spcPts val="0"/>
              </a:spcAft>
              <a:buSzPts val="3300"/>
              <a:buChar char="●"/>
            </a:pPr>
            <a:r>
              <a:rPr lang="en-US" sz="3300">
                <a:latin typeface="Arial"/>
                <a:ea typeface="Arial"/>
                <a:cs typeface="Arial"/>
                <a:sym typeface="Arial"/>
              </a:rPr>
              <a:t>Write a Python program that prompts the user to input two numbers and raises a TypeError exception if the inputs are not numerical.</a:t>
            </a:r>
            <a:endParaRPr sz="3300">
              <a:latin typeface="Arial"/>
              <a:ea typeface="Arial"/>
              <a:cs typeface="Arial"/>
              <a:sym typeface="Arial"/>
            </a:endParaRPr>
          </a:p>
          <a:p>
            <a:pPr indent="-438150" lvl="0" marL="914400" rtl="0" algn="l">
              <a:lnSpc>
                <a:spcPct val="100000"/>
              </a:lnSpc>
              <a:spcBef>
                <a:spcPts val="0"/>
              </a:spcBef>
              <a:spcAft>
                <a:spcPts val="0"/>
              </a:spcAft>
              <a:buSzPts val="3300"/>
              <a:buFont typeface="Arial"/>
              <a:buChar char="●"/>
            </a:pPr>
            <a:r>
              <a:rPr lang="en-US" sz="3300">
                <a:latin typeface="Arial"/>
                <a:ea typeface="Arial"/>
                <a:cs typeface="Arial"/>
                <a:sym typeface="Arial"/>
              </a:rPr>
              <a:t>Write a Python program that prompts the user to input an integer and raises a ValueError exception if the input is not a valid integer.</a:t>
            </a:r>
            <a:endParaRPr sz="3300">
              <a:latin typeface="Arial"/>
              <a:ea typeface="Arial"/>
              <a:cs typeface="Arial"/>
              <a:sym typeface="Arial"/>
            </a:endParaRPr>
          </a:p>
          <a:p>
            <a:pPr indent="-438150" lvl="0" marL="914400" rtl="0" algn="l">
              <a:lnSpc>
                <a:spcPct val="100000"/>
              </a:lnSpc>
              <a:spcBef>
                <a:spcPts val="0"/>
              </a:spcBef>
              <a:spcAft>
                <a:spcPts val="0"/>
              </a:spcAft>
              <a:buSzPts val="3300"/>
              <a:buFont typeface="Arial"/>
              <a:buChar char="●"/>
            </a:pPr>
            <a:r>
              <a:rPr lang="en-US" sz="3300">
                <a:latin typeface="Arial"/>
                <a:ea typeface="Arial"/>
                <a:cs typeface="Arial"/>
                <a:sym typeface="Arial"/>
              </a:rPr>
              <a:t>Find 5 previous questions and handle exception</a:t>
            </a:r>
            <a:endParaRPr sz="330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26623eab289_2_0"/>
          <p:cNvSpPr txBox="1"/>
          <p:nvPr/>
        </p:nvSpPr>
        <p:spPr>
          <a:xfrm>
            <a:off x="3429000" y="4249375"/>
            <a:ext cx="10749900" cy="1187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400"/>
              <a:buFont typeface="Arial"/>
              <a:buNone/>
            </a:pPr>
            <a:r>
              <a:rPr b="0" i="0" lang="en-US" sz="6400" u="none" cap="none" strike="noStrike">
                <a:solidFill>
                  <a:schemeClr val="dk1"/>
                </a:solidFill>
                <a:latin typeface="Verdana"/>
                <a:ea typeface="Verdana"/>
                <a:cs typeface="Verdana"/>
                <a:sym typeface="Verdana"/>
              </a:rPr>
              <a:t>Ask Me Anything!</a:t>
            </a:r>
            <a:endParaRPr b="0" i="0" sz="6400" u="none" cap="none" strike="noStrike">
              <a:solidFill>
                <a:schemeClr val="dk1"/>
              </a:solidFill>
              <a:latin typeface="Verdana"/>
              <a:ea typeface="Verdana"/>
              <a:cs typeface="Verdana"/>
              <a:sym typeface="Verdan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2024-01-18T04:42:01Z</dcterms:created>
  <dc:creator>Yogesh Bikram Shah</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2023-04-21T00:00:00Z</vt:filetime>
  </property>
  <property fmtid="{D5CDD505-2E9C-101B-9397-08002B2CF9AE}" pid="3" name="Creator">
    <vt:lpwstr>Canva</vt:lpwstr>
  </property>
  <property fmtid="{D5CDD505-2E9C-101B-9397-08002B2CF9AE}" pid="4" name="LastSaved">
    <vt:filetime>2023-04-21T00:00:00Z</vt:filetime>
  </property>
</Properties>
</file>